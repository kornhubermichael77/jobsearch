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48"/>
  </p:notesMasterIdLst>
  <p:sldIdLst>
    <p:sldId id="257" r:id="rId2"/>
    <p:sldId id="309" r:id="rId3"/>
    <p:sldId id="310" r:id="rId4"/>
    <p:sldId id="311" r:id="rId5"/>
    <p:sldId id="264" r:id="rId6"/>
    <p:sldId id="288" r:id="rId7"/>
    <p:sldId id="308" r:id="rId8"/>
    <p:sldId id="289" r:id="rId9"/>
    <p:sldId id="262" r:id="rId10"/>
    <p:sldId id="299" r:id="rId11"/>
    <p:sldId id="266" r:id="rId12"/>
    <p:sldId id="263" r:id="rId13"/>
    <p:sldId id="298" r:id="rId14"/>
    <p:sldId id="258" r:id="rId15"/>
    <p:sldId id="265" r:id="rId16"/>
    <p:sldId id="313" r:id="rId17"/>
    <p:sldId id="279" r:id="rId18"/>
    <p:sldId id="278" r:id="rId19"/>
    <p:sldId id="280" r:id="rId20"/>
    <p:sldId id="301" r:id="rId21"/>
    <p:sldId id="304" r:id="rId22"/>
    <p:sldId id="287" r:id="rId23"/>
    <p:sldId id="293" r:id="rId24"/>
    <p:sldId id="282" r:id="rId25"/>
    <p:sldId id="283" r:id="rId26"/>
    <p:sldId id="302" r:id="rId27"/>
    <p:sldId id="312" r:id="rId28"/>
    <p:sldId id="285" r:id="rId29"/>
    <p:sldId id="286" r:id="rId30"/>
    <p:sldId id="292" r:id="rId31"/>
    <p:sldId id="260" r:id="rId32"/>
    <p:sldId id="300" r:id="rId33"/>
    <p:sldId id="295" r:id="rId34"/>
    <p:sldId id="267" r:id="rId35"/>
    <p:sldId id="296" r:id="rId36"/>
    <p:sldId id="297" r:id="rId37"/>
    <p:sldId id="261" r:id="rId38"/>
    <p:sldId id="268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BC526-AB6E-4EA3-8CE0-6CCA0526C97B}" v="245" dt="2026-04-20T20:32:05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7" autoAdjust="0"/>
    <p:restoredTop sz="89189" autoAdjust="0"/>
  </p:normalViewPr>
  <p:slideViewPr>
    <p:cSldViewPr snapToGrid="0">
      <p:cViewPr>
        <p:scale>
          <a:sx n="75" d="100"/>
          <a:sy n="75" d="100"/>
        </p:scale>
        <p:origin x="240" y="-348"/>
      </p:cViewPr>
      <p:guideLst/>
    </p:cSldViewPr>
  </p:slideViewPr>
  <p:notesTextViewPr>
    <p:cViewPr>
      <p:scale>
        <a:sx n="3" d="2"/>
        <a:sy n="3" d="2"/>
      </p:scale>
      <p:origin x="-32" y="-2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Kornhuber" userId="2c930b11799dc500" providerId="LiveId" clId="{7698B150-7253-4763-867C-A3049658354A}"/>
    <pc:docChg chg="undo custSel addSld delSld modSld sldOrd modMainMaster">
      <pc:chgData name="Michael Kornhuber" userId="2c930b11799dc500" providerId="LiveId" clId="{7698B150-7253-4763-867C-A3049658354A}" dt="2026-04-20T20:32:05.701" v="6421" actId="113"/>
      <pc:docMkLst>
        <pc:docMk/>
      </pc:docMkLst>
      <pc:sldChg chg="addSp delSp modSp mod ord setBg setClrOvrMap delDesignElem">
        <pc:chgData name="Michael Kornhuber" userId="2c930b11799dc500" providerId="LiveId" clId="{7698B150-7253-4763-867C-A3049658354A}" dt="2026-04-19T19:46:17.314" v="1542" actId="688"/>
        <pc:sldMkLst>
          <pc:docMk/>
          <pc:sldMk cId="4182372273" sldId="257"/>
        </pc:sldMkLst>
        <pc:spChg chg="mod">
          <ac:chgData name="Michael Kornhuber" userId="2c930b11799dc500" providerId="LiveId" clId="{7698B150-7253-4763-867C-A3049658354A}" dt="2026-04-19T19:22:48.204" v="1438" actId="14100"/>
          <ac:spMkLst>
            <pc:docMk/>
            <pc:sldMk cId="4182372273" sldId="257"/>
            <ac:spMk id="2" creationId="{3A094738-6228-DD9C-F9E8-10E2F13A815B}"/>
          </ac:spMkLst>
        </pc:spChg>
        <pc:picChg chg="add mod modCrop">
          <ac:chgData name="Michael Kornhuber" userId="2c930b11799dc500" providerId="LiveId" clId="{7698B150-7253-4763-867C-A3049658354A}" dt="2026-04-19T19:46:17.314" v="1542" actId="688"/>
          <ac:picMkLst>
            <pc:docMk/>
            <pc:sldMk cId="4182372273" sldId="257"/>
            <ac:picMk id="5" creationId="{D102FD28-46DD-0A30-9AFB-55CB29AC0A4D}"/>
          </ac:picMkLst>
        </pc:picChg>
      </pc:sldChg>
      <pc:sldChg chg="addSp delSp modSp add mod ord setBg delDesignElem">
        <pc:chgData name="Michael Kornhuber" userId="2c930b11799dc500" providerId="LiveId" clId="{7698B150-7253-4763-867C-A3049658354A}" dt="2026-04-19T22:38:09.774" v="4226" actId="207"/>
        <pc:sldMkLst>
          <pc:docMk/>
          <pc:sldMk cId="3080465522" sldId="258"/>
        </pc:sldMkLst>
        <pc:spChg chg="mod">
          <ac:chgData name="Michael Kornhuber" userId="2c930b11799dc500" providerId="LiveId" clId="{7698B150-7253-4763-867C-A3049658354A}" dt="2026-04-19T22:38:09.774" v="4226" actId="207"/>
          <ac:spMkLst>
            <pc:docMk/>
            <pc:sldMk cId="3080465522" sldId="258"/>
            <ac:spMk id="2" creationId="{B8A6EFBC-5A0F-E17D-8875-8F4DCAC43BE1}"/>
          </ac:spMkLst>
        </pc:spChg>
        <pc:spChg chg="add mod">
          <ac:chgData name="Michael Kornhuber" userId="2c930b11799dc500" providerId="LiveId" clId="{7698B150-7253-4763-867C-A3049658354A}" dt="2026-04-19T17:55:48.558" v="421" actId="12"/>
          <ac:spMkLst>
            <pc:docMk/>
            <pc:sldMk cId="3080465522" sldId="258"/>
            <ac:spMk id="7" creationId="{6A64C18F-A806-1674-B6EF-9E6ACADD246D}"/>
          </ac:spMkLst>
        </pc:spChg>
        <pc:spChg chg="add mod ord">
          <ac:chgData name="Michael Kornhuber" userId="2c930b11799dc500" providerId="LiveId" clId="{7698B150-7253-4763-867C-A3049658354A}" dt="2026-04-19T17:56:19.128" v="433" actId="1035"/>
          <ac:spMkLst>
            <pc:docMk/>
            <pc:sldMk cId="3080465522" sldId="258"/>
            <ac:spMk id="8" creationId="{4963CE5B-8BFC-1017-E976-F857C882F7C8}"/>
          </ac:spMkLst>
        </pc:spChg>
        <pc:picChg chg="add mod">
          <ac:chgData name="Michael Kornhuber" userId="2c930b11799dc500" providerId="LiveId" clId="{7698B150-7253-4763-867C-A3049658354A}" dt="2026-04-19T17:55:04.648" v="416" actId="1440"/>
          <ac:picMkLst>
            <pc:docMk/>
            <pc:sldMk cId="3080465522" sldId="258"/>
            <ac:picMk id="5" creationId="{82E3B0FB-61C2-217A-E644-1308D77D745F}"/>
          </ac:picMkLst>
        </pc:picChg>
        <pc:picChg chg="add mod ord">
          <ac:chgData name="Michael Kornhuber" userId="2c930b11799dc500" providerId="LiveId" clId="{7698B150-7253-4763-867C-A3049658354A}" dt="2026-04-19T17:56:26.580" v="434" actId="14100"/>
          <ac:picMkLst>
            <pc:docMk/>
            <pc:sldMk cId="3080465522" sldId="258"/>
            <ac:picMk id="6" creationId="{DB916687-A5EB-64B9-6C34-ACCFB7E26539}"/>
          </ac:picMkLst>
        </pc:picChg>
      </pc:sldChg>
      <pc:sldChg chg="addSp delSp modSp add mod ord modShow">
        <pc:chgData name="Michael Kornhuber" userId="2c930b11799dc500" providerId="LiveId" clId="{7698B150-7253-4763-867C-A3049658354A}" dt="2026-04-20T17:15:10.636" v="5023"/>
        <pc:sldMkLst>
          <pc:docMk/>
          <pc:sldMk cId="3909444970" sldId="260"/>
        </pc:sldMkLst>
        <pc:picChg chg="add mod ord">
          <ac:chgData name="Michael Kornhuber" userId="2c930b11799dc500" providerId="LiveId" clId="{7698B150-7253-4763-867C-A3049658354A}" dt="2026-04-19T16:23:52.586" v="252" actId="1076"/>
          <ac:picMkLst>
            <pc:docMk/>
            <pc:sldMk cId="3909444970" sldId="260"/>
            <ac:picMk id="5" creationId="{B704F55A-EE17-5D0F-10AF-DD722445E89A}"/>
          </ac:picMkLst>
        </pc:picChg>
      </pc:sldChg>
      <pc:sldChg chg="addSp delSp modSp add mod ord modShow">
        <pc:chgData name="Michael Kornhuber" userId="2c930b11799dc500" providerId="LiveId" clId="{7698B150-7253-4763-867C-A3049658354A}" dt="2026-04-20T17:15:10.636" v="5023"/>
        <pc:sldMkLst>
          <pc:docMk/>
          <pc:sldMk cId="1676083943" sldId="261"/>
        </pc:sldMkLst>
        <pc:picChg chg="add mod ord">
          <ac:chgData name="Michael Kornhuber" userId="2c930b11799dc500" providerId="LiveId" clId="{7698B150-7253-4763-867C-A3049658354A}" dt="2026-04-19T16:24:32.089" v="264" actId="1035"/>
          <ac:picMkLst>
            <pc:docMk/>
            <pc:sldMk cId="1676083943" sldId="261"/>
            <ac:picMk id="5" creationId="{4893A9E5-B62C-F609-0E0D-03D4E1B83E55}"/>
          </ac:picMkLst>
        </pc:picChg>
      </pc:sldChg>
      <pc:sldChg chg="addSp delSp modSp add mod ord">
        <pc:chgData name="Michael Kornhuber" userId="2c930b11799dc500" providerId="LiveId" clId="{7698B150-7253-4763-867C-A3049658354A}" dt="2026-04-19T16:37:05.944" v="325"/>
        <pc:sldMkLst>
          <pc:docMk/>
          <pc:sldMk cId="2456465574" sldId="262"/>
        </pc:sldMkLst>
        <pc:picChg chg="add mod ord">
          <ac:chgData name="Michael Kornhuber" userId="2c930b11799dc500" providerId="LiveId" clId="{7698B150-7253-4763-867C-A3049658354A}" dt="2026-04-19T16:25:13.161" v="268" actId="1076"/>
          <ac:picMkLst>
            <pc:docMk/>
            <pc:sldMk cId="2456465574" sldId="262"/>
            <ac:picMk id="5" creationId="{56EB6213-0E04-4FD6-2E8A-4DC39C1C9FDF}"/>
          </ac:picMkLst>
        </pc:picChg>
      </pc:sldChg>
      <pc:sldChg chg="addSp delSp modSp add mod ord">
        <pc:chgData name="Michael Kornhuber" userId="2c930b11799dc500" providerId="LiveId" clId="{7698B150-7253-4763-867C-A3049658354A}" dt="2026-04-19T17:41:35.223" v="356"/>
        <pc:sldMkLst>
          <pc:docMk/>
          <pc:sldMk cId="2878369235" sldId="263"/>
        </pc:sldMkLst>
        <pc:picChg chg="add mod ord">
          <ac:chgData name="Michael Kornhuber" userId="2c930b11799dc500" providerId="LiveId" clId="{7698B150-7253-4763-867C-A3049658354A}" dt="2026-04-19T16:25:52.890" v="272"/>
          <ac:picMkLst>
            <pc:docMk/>
            <pc:sldMk cId="2878369235" sldId="263"/>
            <ac:picMk id="5" creationId="{90543939-47F1-1F53-452C-B05E7B04BDB2}"/>
          </ac:picMkLst>
        </pc:picChg>
      </pc:sldChg>
      <pc:sldChg chg="addSp delSp modSp add mod ord">
        <pc:chgData name="Michael Kornhuber" userId="2c930b11799dc500" providerId="LiveId" clId="{7698B150-7253-4763-867C-A3049658354A}" dt="2026-04-19T16:35:22.954" v="319"/>
        <pc:sldMkLst>
          <pc:docMk/>
          <pc:sldMk cId="3990722757" sldId="264"/>
        </pc:sldMkLst>
        <pc:picChg chg="add mod ord modCrop">
          <ac:chgData name="Michael Kornhuber" userId="2c930b11799dc500" providerId="LiveId" clId="{7698B150-7253-4763-867C-A3049658354A}" dt="2026-04-19T16:27:10.993" v="281" actId="1076"/>
          <ac:picMkLst>
            <pc:docMk/>
            <pc:sldMk cId="3990722757" sldId="264"/>
            <ac:picMk id="5" creationId="{514BF374-F5CF-8543-60A0-7C39DA7499C7}"/>
          </ac:picMkLst>
        </pc:picChg>
      </pc:sldChg>
      <pc:sldChg chg="addSp delSp modSp add mod ord">
        <pc:chgData name="Michael Kornhuber" userId="2c930b11799dc500" providerId="LiveId" clId="{7698B150-7253-4763-867C-A3049658354A}" dt="2026-04-19T17:44:24.833" v="358"/>
        <pc:sldMkLst>
          <pc:docMk/>
          <pc:sldMk cId="3171335966" sldId="265"/>
        </pc:sldMkLst>
        <pc:picChg chg="add mod ord">
          <ac:chgData name="Michael Kornhuber" userId="2c930b11799dc500" providerId="LiveId" clId="{7698B150-7253-4763-867C-A3049658354A}" dt="2026-04-19T16:28:07.574" v="287" actId="1076"/>
          <ac:picMkLst>
            <pc:docMk/>
            <pc:sldMk cId="3171335966" sldId="265"/>
            <ac:picMk id="5" creationId="{B074543C-1BF3-A4F4-A2ED-29BA9763023C}"/>
          </ac:picMkLst>
        </pc:picChg>
      </pc:sldChg>
      <pc:sldChg chg="addSp delSp modSp add mod ord modNotesTx">
        <pc:chgData name="Michael Kornhuber" userId="2c930b11799dc500" providerId="LiveId" clId="{7698B150-7253-4763-867C-A3049658354A}" dt="2026-04-19T19:55:59.904" v="1594" actId="20577"/>
        <pc:sldMkLst>
          <pc:docMk/>
          <pc:sldMk cId="3688038933" sldId="266"/>
        </pc:sldMkLst>
        <pc:picChg chg="add mod ord">
          <ac:chgData name="Michael Kornhuber" userId="2c930b11799dc500" providerId="LiveId" clId="{7698B150-7253-4763-867C-A3049658354A}" dt="2026-04-19T16:30:03.024" v="291" actId="14100"/>
          <ac:picMkLst>
            <pc:docMk/>
            <pc:sldMk cId="3688038933" sldId="266"/>
            <ac:picMk id="5" creationId="{DCC03CF1-C2D4-4BD2-121F-EA23D030E852}"/>
          </ac:picMkLst>
        </pc:picChg>
      </pc:sldChg>
      <pc:sldChg chg="addSp delSp modSp add mod ord modShow">
        <pc:chgData name="Michael Kornhuber" userId="2c930b11799dc500" providerId="LiveId" clId="{7698B150-7253-4763-867C-A3049658354A}" dt="2026-04-20T17:15:10.636" v="5023"/>
        <pc:sldMkLst>
          <pc:docMk/>
          <pc:sldMk cId="1427335630" sldId="267"/>
        </pc:sldMkLst>
        <pc:spChg chg="mod ord">
          <ac:chgData name="Michael Kornhuber" userId="2c930b11799dc500" providerId="LiveId" clId="{7698B150-7253-4763-867C-A3049658354A}" dt="2026-04-19T22:37:52.922" v="4225" actId="207"/>
          <ac:spMkLst>
            <pc:docMk/>
            <pc:sldMk cId="1427335630" sldId="267"/>
            <ac:spMk id="2" creationId="{4D44D738-3A43-114C-7617-4D3EE80C786A}"/>
          </ac:spMkLst>
        </pc:spChg>
        <pc:picChg chg="add mod ord">
          <ac:chgData name="Michael Kornhuber" userId="2c930b11799dc500" providerId="LiveId" clId="{7698B150-7253-4763-867C-A3049658354A}" dt="2026-04-19T17:52:00.264" v="395" actId="1076"/>
          <ac:picMkLst>
            <pc:docMk/>
            <pc:sldMk cId="1427335630" sldId="267"/>
            <ac:picMk id="5" creationId="{3CB63508-1AF5-9FA2-1006-B27EF6958FDC}"/>
          </ac:picMkLst>
        </pc:picChg>
        <pc:picChg chg="add mod">
          <ac:chgData name="Michael Kornhuber" userId="2c930b11799dc500" providerId="LiveId" clId="{7698B150-7253-4763-867C-A3049658354A}" dt="2026-04-19T17:52:42.285" v="398" actId="1076"/>
          <ac:picMkLst>
            <pc:docMk/>
            <pc:sldMk cId="1427335630" sldId="267"/>
            <ac:picMk id="7" creationId="{26681514-0CA6-601B-FA38-2B6EE2EF51D4}"/>
          </ac:picMkLst>
        </pc:picChg>
      </pc:sldChg>
      <pc:sldChg chg="addSp delSp modSp add mod ord modAnim">
        <pc:chgData name="Michael Kornhuber" userId="2c930b11799dc500" providerId="LiveId" clId="{7698B150-7253-4763-867C-A3049658354A}" dt="2026-04-20T10:19:35.079" v="4917" actId="14100"/>
        <pc:sldMkLst>
          <pc:docMk/>
          <pc:sldMk cId="2501004590" sldId="268"/>
        </pc:sldMkLst>
        <pc:spChg chg="del mod ord">
          <ac:chgData name="Michael Kornhuber" userId="2c930b11799dc500" providerId="LiveId" clId="{7698B150-7253-4763-867C-A3049658354A}" dt="2026-04-20T10:18:50.662" v="4911" actId="478"/>
          <ac:spMkLst>
            <pc:docMk/>
            <pc:sldMk cId="2501004590" sldId="268"/>
            <ac:spMk id="2" creationId="{904B836E-3454-AC27-07CE-312F2F0C6C41}"/>
          </ac:spMkLst>
        </pc:spChg>
        <pc:spChg chg="add mod">
          <ac:chgData name="Michael Kornhuber" userId="2c930b11799dc500" providerId="LiveId" clId="{7698B150-7253-4763-867C-A3049658354A}" dt="2026-04-20T10:19:35.079" v="4917" actId="14100"/>
          <ac:spMkLst>
            <pc:docMk/>
            <pc:sldMk cId="2501004590" sldId="268"/>
            <ac:spMk id="6" creationId="{3376982B-DB32-43A5-26F2-0118B96A2A93}"/>
          </ac:spMkLst>
        </pc:spChg>
        <pc:spChg chg="add del mod">
          <ac:chgData name="Michael Kornhuber" userId="2c930b11799dc500" providerId="LiveId" clId="{7698B150-7253-4763-867C-A3049658354A}" dt="2026-04-20T10:18:54.471" v="4912" actId="478"/>
          <ac:spMkLst>
            <pc:docMk/>
            <pc:sldMk cId="2501004590" sldId="268"/>
            <ac:spMk id="8" creationId="{FF8ACDA6-F4D1-D5BE-4504-D0E9DEBE612B}"/>
          </ac:spMkLst>
        </pc:spChg>
        <pc:picChg chg="add mod ord">
          <ac:chgData name="Michael Kornhuber" userId="2c930b11799dc500" providerId="LiveId" clId="{7698B150-7253-4763-867C-A3049658354A}" dt="2026-04-19T18:01:22.970" v="472" actId="1076"/>
          <ac:picMkLst>
            <pc:docMk/>
            <pc:sldMk cId="2501004590" sldId="268"/>
            <ac:picMk id="5" creationId="{D99DDC3D-2B74-93D1-254A-4ACB7C8568A8}"/>
          </ac:picMkLst>
        </pc:picChg>
      </pc:sldChg>
      <pc:sldChg chg="addSp delSp modSp add del mod ord">
        <pc:chgData name="Michael Kornhuber" userId="2c930b11799dc500" providerId="LiveId" clId="{7698B150-7253-4763-867C-A3049658354A}" dt="2026-04-20T10:17:24.643" v="4879" actId="47"/>
        <pc:sldMkLst>
          <pc:docMk/>
          <pc:sldMk cId="3641912511" sldId="269"/>
        </pc:sldMkLst>
      </pc:sldChg>
      <pc:sldChg chg="addSp delSp modSp add mod ord">
        <pc:chgData name="Michael Kornhuber" userId="2c930b11799dc500" providerId="LiveId" clId="{7698B150-7253-4763-867C-A3049658354A}" dt="2026-04-20T10:20:12.022" v="4925" actId="732"/>
        <pc:sldMkLst>
          <pc:docMk/>
          <pc:sldMk cId="1440903448" sldId="270"/>
        </pc:sldMkLst>
        <pc:spChg chg="mod ord">
          <ac:chgData name="Michael Kornhuber" userId="2c930b11799dc500" providerId="LiveId" clId="{7698B150-7253-4763-867C-A3049658354A}" dt="2026-04-20T10:19:53.685" v="4921" actId="166"/>
          <ac:spMkLst>
            <pc:docMk/>
            <pc:sldMk cId="1440903448" sldId="270"/>
            <ac:spMk id="2" creationId="{95D449F0-DF50-005A-8A3C-7C32DEF70045}"/>
          </ac:spMkLst>
        </pc:spChg>
        <pc:picChg chg="add mod ord modCrop">
          <ac:chgData name="Michael Kornhuber" userId="2c930b11799dc500" providerId="LiveId" clId="{7698B150-7253-4763-867C-A3049658354A}" dt="2026-04-20T10:20:12.022" v="4925" actId="732"/>
          <ac:picMkLst>
            <pc:docMk/>
            <pc:sldMk cId="1440903448" sldId="270"/>
            <ac:picMk id="5" creationId="{A204E86A-9BB9-C6B5-6C21-D1B5ACEB5AAB}"/>
          </ac:picMkLst>
        </pc:picChg>
      </pc:sldChg>
      <pc:sldChg chg="addSp delSp modSp add mod ord">
        <pc:chgData name="Michael Kornhuber" userId="2c930b11799dc500" providerId="LiveId" clId="{7698B150-7253-4763-867C-A3049658354A}" dt="2026-04-20T10:21:00.790" v="4935" actId="14100"/>
        <pc:sldMkLst>
          <pc:docMk/>
          <pc:sldMk cId="507810590" sldId="271"/>
        </pc:sldMkLst>
        <pc:spChg chg="mod ord">
          <ac:chgData name="Michael Kornhuber" userId="2c930b11799dc500" providerId="LiveId" clId="{7698B150-7253-4763-867C-A3049658354A}" dt="2026-04-20T10:21:00.790" v="4935" actId="14100"/>
          <ac:spMkLst>
            <pc:docMk/>
            <pc:sldMk cId="507810590" sldId="271"/>
            <ac:spMk id="2" creationId="{B09DE86C-230D-9783-5E67-2178DB1FD6AB}"/>
          </ac:spMkLst>
        </pc:spChg>
        <pc:picChg chg="add mod ord modCrop">
          <ac:chgData name="Michael Kornhuber" userId="2c930b11799dc500" providerId="LiveId" clId="{7698B150-7253-4763-867C-A3049658354A}" dt="2026-04-20T10:20:56.867" v="4934" actId="1076"/>
          <ac:picMkLst>
            <pc:docMk/>
            <pc:sldMk cId="507810590" sldId="271"/>
            <ac:picMk id="5" creationId="{E49433B1-B33E-813A-152C-8B865BCC8968}"/>
          </ac:picMkLst>
        </pc:picChg>
      </pc:sldChg>
      <pc:sldChg chg="addSp delSp modSp add mod ord">
        <pc:chgData name="Michael Kornhuber" userId="2c930b11799dc500" providerId="LiveId" clId="{7698B150-7253-4763-867C-A3049658354A}" dt="2026-04-20T10:21:30.595" v="4943" actId="14100"/>
        <pc:sldMkLst>
          <pc:docMk/>
          <pc:sldMk cId="1552197656" sldId="272"/>
        </pc:sldMkLst>
        <pc:spChg chg="mod ord">
          <ac:chgData name="Michael Kornhuber" userId="2c930b11799dc500" providerId="LiveId" clId="{7698B150-7253-4763-867C-A3049658354A}" dt="2026-04-20T10:21:16.096" v="4939" actId="14100"/>
          <ac:spMkLst>
            <pc:docMk/>
            <pc:sldMk cId="1552197656" sldId="272"/>
            <ac:spMk id="2" creationId="{1721B3A8-C344-B6A5-6FEC-9EBF57565302}"/>
          </ac:spMkLst>
        </pc:spChg>
        <pc:picChg chg="add mod ord">
          <ac:chgData name="Michael Kornhuber" userId="2c930b11799dc500" providerId="LiveId" clId="{7698B150-7253-4763-867C-A3049658354A}" dt="2026-04-20T10:21:30.595" v="4943" actId="14100"/>
          <ac:picMkLst>
            <pc:docMk/>
            <pc:sldMk cId="1552197656" sldId="272"/>
            <ac:picMk id="5" creationId="{69AB81A4-EEC5-3AEB-0613-D733C1652DB2}"/>
          </ac:picMkLst>
        </pc:picChg>
      </pc:sldChg>
      <pc:sldChg chg="addSp delSp modSp add mod ord">
        <pc:chgData name="Michael Kornhuber" userId="2c930b11799dc500" providerId="LiveId" clId="{7698B150-7253-4763-867C-A3049658354A}" dt="2026-04-20T10:21:57.438" v="4950" actId="14100"/>
        <pc:sldMkLst>
          <pc:docMk/>
          <pc:sldMk cId="3609090776" sldId="273"/>
        </pc:sldMkLst>
        <pc:spChg chg="mod ord">
          <ac:chgData name="Michael Kornhuber" userId="2c930b11799dc500" providerId="LiveId" clId="{7698B150-7253-4763-867C-A3049658354A}" dt="2026-04-20T10:21:45.920" v="4947" actId="14100"/>
          <ac:spMkLst>
            <pc:docMk/>
            <pc:sldMk cId="3609090776" sldId="273"/>
            <ac:spMk id="2" creationId="{B7157CBF-F703-352C-0B62-22D581F99E59}"/>
          </ac:spMkLst>
        </pc:spChg>
        <pc:picChg chg="add mod ord">
          <ac:chgData name="Michael Kornhuber" userId="2c930b11799dc500" providerId="LiveId" clId="{7698B150-7253-4763-867C-A3049658354A}" dt="2026-04-20T10:21:57.438" v="4950" actId="14100"/>
          <ac:picMkLst>
            <pc:docMk/>
            <pc:sldMk cId="3609090776" sldId="273"/>
            <ac:picMk id="5" creationId="{BF99494C-AF75-56F1-38C9-CFED8C3F67E6}"/>
          </ac:picMkLst>
        </pc:picChg>
      </pc:sldChg>
      <pc:sldChg chg="addSp delSp modSp add mod ord">
        <pc:chgData name="Michael Kornhuber" userId="2c930b11799dc500" providerId="LiveId" clId="{7698B150-7253-4763-867C-A3049658354A}" dt="2026-04-20T10:22:21.491" v="4957" actId="1076"/>
        <pc:sldMkLst>
          <pc:docMk/>
          <pc:sldMk cId="1765485481" sldId="274"/>
        </pc:sldMkLst>
        <pc:spChg chg="mod ord">
          <ac:chgData name="Michael Kornhuber" userId="2c930b11799dc500" providerId="LiveId" clId="{7698B150-7253-4763-867C-A3049658354A}" dt="2026-04-20T10:22:12.813" v="4954" actId="14100"/>
          <ac:spMkLst>
            <pc:docMk/>
            <pc:sldMk cId="1765485481" sldId="274"/>
            <ac:spMk id="2" creationId="{1DA5BEA7-7A5D-E7B0-1C4D-539DED0BE658}"/>
          </ac:spMkLst>
        </pc:spChg>
        <pc:picChg chg="add mod ord">
          <ac:chgData name="Michael Kornhuber" userId="2c930b11799dc500" providerId="LiveId" clId="{7698B150-7253-4763-867C-A3049658354A}" dt="2026-04-20T10:22:21.491" v="4957" actId="1076"/>
          <ac:picMkLst>
            <pc:docMk/>
            <pc:sldMk cId="1765485481" sldId="274"/>
            <ac:picMk id="5" creationId="{B3B19E7D-28A9-6518-1888-679AE6FEE985}"/>
          </ac:picMkLst>
        </pc:picChg>
      </pc:sldChg>
      <pc:sldChg chg="addSp delSp modSp add mod ord">
        <pc:chgData name="Michael Kornhuber" userId="2c930b11799dc500" providerId="LiveId" clId="{7698B150-7253-4763-867C-A3049658354A}" dt="2026-04-20T10:22:54.806" v="4965" actId="14100"/>
        <pc:sldMkLst>
          <pc:docMk/>
          <pc:sldMk cId="3732152877" sldId="275"/>
        </pc:sldMkLst>
        <pc:spChg chg="mod ord">
          <ac:chgData name="Michael Kornhuber" userId="2c930b11799dc500" providerId="LiveId" clId="{7698B150-7253-4763-867C-A3049658354A}" dt="2026-04-20T10:22:54.806" v="4965" actId="14100"/>
          <ac:spMkLst>
            <pc:docMk/>
            <pc:sldMk cId="3732152877" sldId="275"/>
            <ac:spMk id="2" creationId="{DDCBF4E9-5351-DE50-D672-129EDC2302F7}"/>
          </ac:spMkLst>
        </pc:spChg>
        <pc:picChg chg="add mod ord">
          <ac:chgData name="Michael Kornhuber" userId="2c930b11799dc500" providerId="LiveId" clId="{7698B150-7253-4763-867C-A3049658354A}" dt="2026-04-20T10:22:49.347" v="4964" actId="1076"/>
          <ac:picMkLst>
            <pc:docMk/>
            <pc:sldMk cId="3732152877" sldId="275"/>
            <ac:picMk id="5" creationId="{C03193D3-3329-0434-57E7-1601CD1D701F}"/>
          </ac:picMkLst>
        </pc:picChg>
      </pc:sldChg>
      <pc:sldChg chg="addSp delSp modSp add mod ord">
        <pc:chgData name="Michael Kornhuber" userId="2c930b11799dc500" providerId="LiveId" clId="{7698B150-7253-4763-867C-A3049658354A}" dt="2026-04-20T10:23:33.141" v="4975" actId="14100"/>
        <pc:sldMkLst>
          <pc:docMk/>
          <pc:sldMk cId="2097788433" sldId="276"/>
        </pc:sldMkLst>
        <pc:spChg chg="mod ord">
          <ac:chgData name="Michael Kornhuber" userId="2c930b11799dc500" providerId="LiveId" clId="{7698B150-7253-4763-867C-A3049658354A}" dt="2026-04-20T10:23:33.141" v="4975" actId="14100"/>
          <ac:spMkLst>
            <pc:docMk/>
            <pc:sldMk cId="2097788433" sldId="276"/>
            <ac:spMk id="2" creationId="{81EAEAFA-EAFB-BED5-3757-28E137211482}"/>
          </ac:spMkLst>
        </pc:spChg>
        <pc:picChg chg="add mod ord modCrop">
          <ac:chgData name="Michael Kornhuber" userId="2c930b11799dc500" providerId="LiveId" clId="{7698B150-7253-4763-867C-A3049658354A}" dt="2026-04-20T10:23:30.381" v="4974" actId="1076"/>
          <ac:picMkLst>
            <pc:docMk/>
            <pc:sldMk cId="2097788433" sldId="276"/>
            <ac:picMk id="5" creationId="{0C3C3C42-1136-6C11-5A33-A67551CF9710}"/>
          </ac:picMkLst>
        </pc:picChg>
      </pc:sldChg>
      <pc:sldChg chg="addSp delSp modSp add mod ord">
        <pc:chgData name="Michael Kornhuber" userId="2c930b11799dc500" providerId="LiveId" clId="{7698B150-7253-4763-867C-A3049658354A}" dt="2026-04-20T10:24:17.654" v="4987" actId="14100"/>
        <pc:sldMkLst>
          <pc:docMk/>
          <pc:sldMk cId="2198002936" sldId="277"/>
        </pc:sldMkLst>
        <pc:spChg chg="del mod ord">
          <ac:chgData name="Michael Kornhuber" userId="2c930b11799dc500" providerId="LiveId" clId="{7698B150-7253-4763-867C-A3049658354A}" dt="2026-04-20T10:23:58.793" v="4982" actId="478"/>
          <ac:spMkLst>
            <pc:docMk/>
            <pc:sldMk cId="2198002936" sldId="277"/>
            <ac:spMk id="2" creationId="{591BA4F3-F0C5-65E5-6509-9BDD73C17E94}"/>
          </ac:spMkLst>
        </pc:spChg>
        <pc:spChg chg="add mod">
          <ac:chgData name="Michael Kornhuber" userId="2c930b11799dc500" providerId="LiveId" clId="{7698B150-7253-4763-867C-A3049658354A}" dt="2026-04-20T10:24:17.654" v="4987" actId="14100"/>
          <ac:spMkLst>
            <pc:docMk/>
            <pc:sldMk cId="2198002936" sldId="277"/>
            <ac:spMk id="6" creationId="{FCD9E540-4803-DA06-1F1E-2FF88044E620}"/>
          </ac:spMkLst>
        </pc:spChg>
        <pc:spChg chg="add del mod">
          <ac:chgData name="Michael Kornhuber" userId="2c930b11799dc500" providerId="LiveId" clId="{7698B150-7253-4763-867C-A3049658354A}" dt="2026-04-20T10:24:02.180" v="4983" actId="478"/>
          <ac:spMkLst>
            <pc:docMk/>
            <pc:sldMk cId="2198002936" sldId="277"/>
            <ac:spMk id="8" creationId="{83187E3B-6446-BD81-261E-3E1AB0542E2D}"/>
          </ac:spMkLst>
        </pc:spChg>
        <pc:picChg chg="add mod ord">
          <ac:chgData name="Michael Kornhuber" userId="2c930b11799dc500" providerId="LiveId" clId="{7698B150-7253-4763-867C-A3049658354A}" dt="2026-04-20T10:24:12.021" v="4986" actId="1076"/>
          <ac:picMkLst>
            <pc:docMk/>
            <pc:sldMk cId="2198002936" sldId="277"/>
            <ac:picMk id="5" creationId="{E8C04B8E-B595-0B42-8381-4413752C378B}"/>
          </ac:picMkLst>
        </pc:picChg>
      </pc:sldChg>
      <pc:sldChg chg="addSp delSp modSp add mod ord modAnim">
        <pc:chgData name="Michael Kornhuber" userId="2c930b11799dc500" providerId="LiveId" clId="{7698B150-7253-4763-867C-A3049658354A}" dt="2026-04-20T20:00:10.053" v="5918"/>
        <pc:sldMkLst>
          <pc:docMk/>
          <pc:sldMk cId="3015345652" sldId="278"/>
        </pc:sldMkLst>
        <pc:spChg chg="add mod">
          <ac:chgData name="Michael Kornhuber" userId="2c930b11799dc500" providerId="LiveId" clId="{7698B150-7253-4763-867C-A3049658354A}" dt="2026-04-19T21:35:57.664" v="3127" actId="20577"/>
          <ac:spMkLst>
            <pc:docMk/>
            <pc:sldMk cId="3015345652" sldId="278"/>
            <ac:spMk id="22" creationId="{EC6E59A6-D16B-9642-33C9-64B0E25EC9E3}"/>
          </ac:spMkLst>
        </pc:spChg>
        <pc:spChg chg="add mod">
          <ac:chgData name="Michael Kornhuber" userId="2c930b11799dc500" providerId="LiveId" clId="{7698B150-7253-4763-867C-A3049658354A}" dt="2026-04-19T22:51:26.554" v="4331" actId="20577"/>
          <ac:spMkLst>
            <pc:docMk/>
            <pc:sldMk cId="3015345652" sldId="278"/>
            <ac:spMk id="26" creationId="{38138285-0EE9-4149-E234-B02536357BEB}"/>
          </ac:spMkLst>
        </pc:spChg>
        <pc:spChg chg="add mod">
          <ac:chgData name="Michael Kornhuber" userId="2c930b11799dc500" providerId="LiveId" clId="{7698B150-7253-4763-867C-A3049658354A}" dt="2026-04-19T22:50:17.063" v="4321" actId="14100"/>
          <ac:spMkLst>
            <pc:docMk/>
            <pc:sldMk cId="3015345652" sldId="278"/>
            <ac:spMk id="27" creationId="{684516C6-5F5F-3211-8FC9-79BC7F0A894B}"/>
          </ac:spMkLst>
        </pc:spChg>
        <pc:spChg chg="add del mod">
          <ac:chgData name="Michael Kornhuber" userId="2c930b11799dc500" providerId="LiveId" clId="{7698B150-7253-4763-867C-A3049658354A}" dt="2026-04-20T18:01:56.373" v="5847"/>
          <ac:spMkLst>
            <pc:docMk/>
            <pc:sldMk cId="3015345652" sldId="278"/>
            <ac:spMk id="28" creationId="{0A0D542A-0EF9-252E-89FC-99D977631018}"/>
          </ac:spMkLst>
        </pc:spChg>
        <pc:spChg chg="add del mod">
          <ac:chgData name="Michael Kornhuber" userId="2c930b11799dc500" providerId="LiveId" clId="{7698B150-7253-4763-867C-A3049658354A}" dt="2026-04-20T18:04:36.936" v="5877" actId="478"/>
          <ac:spMkLst>
            <pc:docMk/>
            <pc:sldMk cId="3015345652" sldId="278"/>
            <ac:spMk id="29" creationId="{A407EA2E-9BEF-9A89-4DF5-20EC53D40D75}"/>
          </ac:spMkLst>
        </pc:spChg>
        <pc:spChg chg="add mod">
          <ac:chgData name="Michael Kornhuber" userId="2c930b11799dc500" providerId="LiveId" clId="{7698B150-7253-4763-867C-A3049658354A}" dt="2026-04-20T18:04:41.745" v="5878" actId="1076"/>
          <ac:spMkLst>
            <pc:docMk/>
            <pc:sldMk cId="3015345652" sldId="278"/>
            <ac:spMk id="30" creationId="{97353FC3-1995-D525-D3C9-B32FC51331AA}"/>
          </ac:spMkLst>
        </pc:spChg>
        <pc:spChg chg="add mod">
          <ac:chgData name="Michael Kornhuber" userId="2c930b11799dc500" providerId="LiveId" clId="{7698B150-7253-4763-867C-A3049658354A}" dt="2026-04-20T18:04:46.500" v="5879" actId="1076"/>
          <ac:spMkLst>
            <pc:docMk/>
            <pc:sldMk cId="3015345652" sldId="278"/>
            <ac:spMk id="31" creationId="{DBFEA9AE-F5C0-6696-2BA4-668FCAE1B628}"/>
          </ac:spMkLst>
        </pc:spChg>
        <pc:picChg chg="add mod ord modCrop">
          <ac:chgData name="Michael Kornhuber" userId="2c930b11799dc500" providerId="LiveId" clId="{7698B150-7253-4763-867C-A3049658354A}" dt="2026-04-19T21:35:13.865" v="3114" actId="14100"/>
          <ac:picMkLst>
            <pc:docMk/>
            <pc:sldMk cId="3015345652" sldId="278"/>
            <ac:picMk id="21" creationId="{9FBFDBA4-4BB8-4B5B-79A3-4CC8BCF43DF7}"/>
          </ac:picMkLst>
        </pc:picChg>
      </pc:sldChg>
      <pc:sldChg chg="addSp delSp modSp add mod">
        <pc:chgData name="Michael Kornhuber" userId="2c930b11799dc500" providerId="LiveId" clId="{7698B150-7253-4763-867C-A3049658354A}" dt="2026-04-19T21:23:29.629" v="2695" actId="1076"/>
        <pc:sldMkLst>
          <pc:docMk/>
          <pc:sldMk cId="510332816" sldId="279"/>
        </pc:sldMkLst>
        <pc:spChg chg="add mod">
          <ac:chgData name="Michael Kornhuber" userId="2c930b11799dc500" providerId="LiveId" clId="{7698B150-7253-4763-867C-A3049658354A}" dt="2026-04-19T21:21:50.192" v="2686" actId="1076"/>
          <ac:spMkLst>
            <pc:docMk/>
            <pc:sldMk cId="510332816" sldId="279"/>
            <ac:spMk id="10" creationId="{C0DFDB4F-D564-5CDB-CE3E-CC789604BA80}"/>
          </ac:spMkLst>
        </pc:spChg>
        <pc:picChg chg="add mod modCrop">
          <ac:chgData name="Michael Kornhuber" userId="2c930b11799dc500" providerId="LiveId" clId="{7698B150-7253-4763-867C-A3049658354A}" dt="2026-04-19T21:23:29.629" v="2695" actId="1076"/>
          <ac:picMkLst>
            <pc:docMk/>
            <pc:sldMk cId="510332816" sldId="279"/>
            <ac:picMk id="7" creationId="{C80D25E9-8CB3-4FCC-F409-72D4F20257A5}"/>
          </ac:picMkLst>
        </pc:picChg>
        <pc:picChg chg="add mod">
          <ac:chgData name="Michael Kornhuber" userId="2c930b11799dc500" providerId="LiveId" clId="{7698B150-7253-4763-867C-A3049658354A}" dt="2026-04-19T21:23:12.657" v="2693" actId="1076"/>
          <ac:picMkLst>
            <pc:docMk/>
            <pc:sldMk cId="510332816" sldId="279"/>
            <ac:picMk id="9" creationId="{535E2D79-08DF-82A1-871D-4F12642E5125}"/>
          </ac:picMkLst>
        </pc:picChg>
      </pc:sldChg>
      <pc:sldChg chg="addSp delSp modSp add mod">
        <pc:chgData name="Michael Kornhuber" userId="2c930b11799dc500" providerId="LiveId" clId="{7698B150-7253-4763-867C-A3049658354A}" dt="2026-04-19T21:20:45.075" v="2664" actId="14100"/>
        <pc:sldMkLst>
          <pc:docMk/>
          <pc:sldMk cId="1766872633" sldId="280"/>
        </pc:sldMkLst>
        <pc:spChg chg="add mod">
          <ac:chgData name="Michael Kornhuber" userId="2c930b11799dc500" providerId="LiveId" clId="{7698B150-7253-4763-867C-A3049658354A}" dt="2026-04-19T21:20:45.075" v="2664" actId="14100"/>
          <ac:spMkLst>
            <pc:docMk/>
            <pc:sldMk cId="1766872633" sldId="280"/>
            <ac:spMk id="6" creationId="{1F1781A9-5639-9A9B-9BE0-3AECB234110C}"/>
          </ac:spMkLst>
        </pc:spChg>
        <pc:picChg chg="add mod ord modCrop">
          <ac:chgData name="Michael Kornhuber" userId="2c930b11799dc500" providerId="LiveId" clId="{7698B150-7253-4763-867C-A3049658354A}" dt="2026-04-19T21:20:10.462" v="2648" actId="14100"/>
          <ac:picMkLst>
            <pc:docMk/>
            <pc:sldMk cId="1766872633" sldId="280"/>
            <ac:picMk id="5" creationId="{5C203EDD-7A50-58C7-24C6-7FD07B553EB6}"/>
          </ac:picMkLst>
        </pc:picChg>
      </pc:sldChg>
      <pc:sldChg chg="addSp delSp modSp add del mod ord">
        <pc:chgData name="Michael Kornhuber" userId="2c930b11799dc500" providerId="LiveId" clId="{7698B150-7253-4763-867C-A3049658354A}" dt="2026-04-20T10:17:01.389" v="4878" actId="47"/>
        <pc:sldMkLst>
          <pc:docMk/>
          <pc:sldMk cId="2221891775" sldId="281"/>
        </pc:sldMkLst>
      </pc:sldChg>
      <pc:sldChg chg="addSp delSp modSp add mod ord">
        <pc:chgData name="Michael Kornhuber" userId="2c930b11799dc500" providerId="LiveId" clId="{7698B150-7253-4763-867C-A3049658354A}" dt="2026-04-19T22:45:25.586" v="4254"/>
        <pc:sldMkLst>
          <pc:docMk/>
          <pc:sldMk cId="2208190034" sldId="282"/>
        </pc:sldMkLst>
        <pc:spChg chg="add mod">
          <ac:chgData name="Michael Kornhuber" userId="2c930b11799dc500" providerId="LiveId" clId="{7698B150-7253-4763-867C-A3049658354A}" dt="2026-04-19T21:15:40.419" v="2613"/>
          <ac:spMkLst>
            <pc:docMk/>
            <pc:sldMk cId="2208190034" sldId="282"/>
            <ac:spMk id="12" creationId="{AF934695-CB11-C5A7-7EFA-F61F8785C29F}"/>
          </ac:spMkLst>
        </pc:spChg>
        <pc:picChg chg="add mod ord modCrop">
          <ac:chgData name="Michael Kornhuber" userId="2c930b11799dc500" providerId="LiveId" clId="{7698B150-7253-4763-867C-A3049658354A}" dt="2026-04-19T21:16:28.479" v="2622" actId="1076"/>
          <ac:picMkLst>
            <pc:docMk/>
            <pc:sldMk cId="2208190034" sldId="282"/>
            <ac:picMk id="9" creationId="{699F3B72-58F9-74E3-84B0-2A72F57B9DAA}"/>
          </ac:picMkLst>
        </pc:picChg>
        <pc:cxnChg chg="add mod">
          <ac:chgData name="Michael Kornhuber" userId="2c930b11799dc500" providerId="LiveId" clId="{7698B150-7253-4763-867C-A3049658354A}" dt="2026-04-19T21:16:38.140" v="2624" actId="14100"/>
          <ac:cxnSpMkLst>
            <pc:docMk/>
            <pc:sldMk cId="2208190034" sldId="282"/>
            <ac:cxnSpMk id="10" creationId="{36B9CD9F-1D38-5C31-B7EF-021BCD2CD24D}"/>
          </ac:cxnSpMkLst>
        </pc:cxnChg>
      </pc:sldChg>
      <pc:sldChg chg="addSp delSp modSp add mod ord">
        <pc:chgData name="Michael Kornhuber" userId="2c930b11799dc500" providerId="LiveId" clId="{7698B150-7253-4763-867C-A3049658354A}" dt="2026-04-19T22:45:25.586" v="4254"/>
        <pc:sldMkLst>
          <pc:docMk/>
          <pc:sldMk cId="1208092236" sldId="283"/>
        </pc:sldMkLst>
        <pc:spChg chg="add mod">
          <ac:chgData name="Michael Kornhuber" userId="2c930b11799dc500" providerId="LiveId" clId="{7698B150-7253-4763-867C-A3049658354A}" dt="2026-04-19T21:14:23.456" v="2604"/>
          <ac:spMkLst>
            <pc:docMk/>
            <pc:sldMk cId="1208092236" sldId="283"/>
            <ac:spMk id="8" creationId="{8BA7F114-7079-5B9A-B474-6081BC1C8E28}"/>
          </ac:spMkLst>
        </pc:spChg>
        <pc:picChg chg="add mod ord modCrop">
          <ac:chgData name="Michael Kornhuber" userId="2c930b11799dc500" providerId="LiveId" clId="{7698B150-7253-4763-867C-A3049658354A}" dt="2026-04-19T18:48:46.892" v="891" actId="732"/>
          <ac:picMkLst>
            <pc:docMk/>
            <pc:sldMk cId="1208092236" sldId="283"/>
            <ac:picMk id="5" creationId="{A089CD32-FA5B-21C4-FFFE-88061E7CA897}"/>
          </ac:picMkLst>
        </pc:picChg>
        <pc:cxnChg chg="add mod">
          <ac:chgData name="Michael Kornhuber" userId="2c930b11799dc500" providerId="LiveId" clId="{7698B150-7253-4763-867C-A3049658354A}" dt="2026-04-19T21:14:53.271" v="2608" actId="14100"/>
          <ac:cxnSpMkLst>
            <pc:docMk/>
            <pc:sldMk cId="1208092236" sldId="283"/>
            <ac:cxnSpMk id="9" creationId="{8C15EC42-29E6-0E5C-61E1-EB5931127241}"/>
          </ac:cxnSpMkLst>
        </pc:cxnChg>
      </pc:sldChg>
      <pc:sldChg chg="addSp delSp modSp add mod ord modShow">
        <pc:chgData name="Michael Kornhuber" userId="2c930b11799dc500" providerId="LiveId" clId="{7698B150-7253-4763-867C-A3049658354A}" dt="2026-04-20T17:14:29.405" v="5021"/>
        <pc:sldMkLst>
          <pc:docMk/>
          <pc:sldMk cId="2978820044" sldId="285"/>
        </pc:sldMkLst>
        <pc:spChg chg="add mod">
          <ac:chgData name="Michael Kornhuber" userId="2c930b11799dc500" providerId="LiveId" clId="{7698B150-7253-4763-867C-A3049658354A}" dt="2026-04-19T21:11:22.138" v="2460" actId="1076"/>
          <ac:spMkLst>
            <pc:docMk/>
            <pc:sldMk cId="2978820044" sldId="285"/>
            <ac:spMk id="8" creationId="{0F2DD535-BFB3-0518-03B5-1F192B56841A}"/>
          </ac:spMkLst>
        </pc:spChg>
        <pc:picChg chg="add mod ord modCrop">
          <ac:chgData name="Michael Kornhuber" userId="2c930b11799dc500" providerId="LiveId" clId="{7698B150-7253-4763-867C-A3049658354A}" dt="2026-04-19T21:10:41.177" v="2446" actId="732"/>
          <ac:picMkLst>
            <pc:docMk/>
            <pc:sldMk cId="2978820044" sldId="285"/>
            <ac:picMk id="5" creationId="{C522A50D-9527-E9CA-B891-73598B454561}"/>
          </ac:picMkLst>
        </pc:picChg>
      </pc:sldChg>
      <pc:sldChg chg="addSp delSp modSp add mod ord modShow">
        <pc:chgData name="Michael Kornhuber" userId="2c930b11799dc500" providerId="LiveId" clId="{7698B150-7253-4763-867C-A3049658354A}" dt="2026-04-20T17:14:29.405" v="5021"/>
        <pc:sldMkLst>
          <pc:docMk/>
          <pc:sldMk cId="2769201139" sldId="286"/>
        </pc:sldMkLst>
        <pc:spChg chg="add mod">
          <ac:chgData name="Michael Kornhuber" userId="2c930b11799dc500" providerId="LiveId" clId="{7698B150-7253-4763-867C-A3049658354A}" dt="2026-04-19T22:49:36.966" v="4314" actId="1076"/>
          <ac:spMkLst>
            <pc:docMk/>
            <pc:sldMk cId="2769201139" sldId="286"/>
            <ac:spMk id="7" creationId="{DDA8EBA5-D13B-2647-841B-E807517BC4A9}"/>
          </ac:spMkLst>
        </pc:spChg>
        <pc:picChg chg="add mod ord">
          <ac:chgData name="Michael Kornhuber" userId="2c930b11799dc500" providerId="LiveId" clId="{7698B150-7253-4763-867C-A3049658354A}" dt="2026-04-19T21:09:26.727" v="2434" actId="1076"/>
          <ac:picMkLst>
            <pc:docMk/>
            <pc:sldMk cId="2769201139" sldId="286"/>
            <ac:picMk id="5" creationId="{21E8A6AF-CD66-F5B6-6F11-9CD7CB5476AA}"/>
          </ac:picMkLst>
        </pc:picChg>
      </pc:sldChg>
      <pc:sldChg chg="addSp delSp modSp add mod ord">
        <pc:chgData name="Michael Kornhuber" userId="2c930b11799dc500" providerId="LiveId" clId="{7698B150-7253-4763-867C-A3049658354A}" dt="2026-04-20T10:13:01.771" v="4877"/>
        <pc:sldMkLst>
          <pc:docMk/>
          <pc:sldMk cId="2218924443" sldId="287"/>
        </pc:sldMkLst>
        <pc:spChg chg="add mod">
          <ac:chgData name="Michael Kornhuber" userId="2c930b11799dc500" providerId="LiveId" clId="{7698B150-7253-4763-867C-A3049658354A}" dt="2026-04-19T21:40:36.847" v="3338" actId="1076"/>
          <ac:spMkLst>
            <pc:docMk/>
            <pc:sldMk cId="2218924443" sldId="287"/>
            <ac:spMk id="6" creationId="{5FE955C1-4317-4FDB-1297-728A81AE0973}"/>
          </ac:spMkLst>
        </pc:spChg>
        <pc:picChg chg="add mod ord modCrop">
          <ac:chgData name="Michael Kornhuber" userId="2c930b11799dc500" providerId="LiveId" clId="{7698B150-7253-4763-867C-A3049658354A}" dt="2026-04-19T21:08:17.391" v="2416" actId="732"/>
          <ac:picMkLst>
            <pc:docMk/>
            <pc:sldMk cId="2218924443" sldId="287"/>
            <ac:picMk id="5" creationId="{17055F2A-FF80-2AF2-2A31-C89E213BFE3E}"/>
          </ac:picMkLst>
        </pc:picChg>
      </pc:sldChg>
      <pc:sldChg chg="addSp delSp modSp add mod">
        <pc:chgData name="Michael Kornhuber" userId="2c930b11799dc500" providerId="LiveId" clId="{7698B150-7253-4763-867C-A3049658354A}" dt="2026-04-19T16:39:18.150" v="333" actId="1076"/>
        <pc:sldMkLst>
          <pc:docMk/>
          <pc:sldMk cId="1946297049" sldId="288"/>
        </pc:sldMkLst>
        <pc:picChg chg="add mod ord">
          <ac:chgData name="Michael Kornhuber" userId="2c930b11799dc500" providerId="LiveId" clId="{7698B150-7253-4763-867C-A3049658354A}" dt="2026-04-19T16:39:18.150" v="333" actId="1076"/>
          <ac:picMkLst>
            <pc:docMk/>
            <pc:sldMk cId="1946297049" sldId="288"/>
            <ac:picMk id="6" creationId="{71EACF30-98D5-0CC6-E62E-E05B8F184FF1}"/>
          </ac:picMkLst>
        </pc:picChg>
      </pc:sldChg>
      <pc:sldChg chg="addSp delSp modSp new mod ord">
        <pc:chgData name="Michael Kornhuber" userId="2c930b11799dc500" providerId="LiveId" clId="{7698B150-7253-4763-867C-A3049658354A}" dt="2026-04-20T18:22:55.984" v="5903"/>
        <pc:sldMkLst>
          <pc:docMk/>
          <pc:sldMk cId="468073965" sldId="289"/>
        </pc:sldMkLst>
        <pc:picChg chg="add mod ord modCrop">
          <ac:chgData name="Michael Kornhuber" userId="2c930b11799dc500" providerId="LiveId" clId="{7698B150-7253-4763-867C-A3049658354A}" dt="2026-04-19T22:33:37.200" v="4192" actId="14100"/>
          <ac:picMkLst>
            <pc:docMk/>
            <pc:sldMk cId="468073965" sldId="289"/>
            <ac:picMk id="5" creationId="{7B6C3E07-88D9-23F6-2921-5B8A6E5FA8A6}"/>
          </ac:picMkLst>
        </pc:picChg>
      </pc:sldChg>
      <pc:sldChg chg="addSp delSp modSp add mod ord modShow">
        <pc:chgData name="Michael Kornhuber" userId="2c930b11799dc500" providerId="LiveId" clId="{7698B150-7253-4763-867C-A3049658354A}" dt="2026-04-20T17:14:29.405" v="5021"/>
        <pc:sldMkLst>
          <pc:docMk/>
          <pc:sldMk cId="4144336808" sldId="292"/>
        </pc:sldMkLst>
        <pc:spChg chg="mod ord">
          <ac:chgData name="Michael Kornhuber" userId="2c930b11799dc500" providerId="LiveId" clId="{7698B150-7253-4763-867C-A3049658354A}" dt="2026-04-19T21:01:35.698" v="2322" actId="1076"/>
          <ac:spMkLst>
            <pc:docMk/>
            <pc:sldMk cId="4144336808" sldId="292"/>
            <ac:spMk id="2" creationId="{BAD811D3-8F04-AE2D-93BB-CAC4ADD32C6D}"/>
          </ac:spMkLst>
        </pc:spChg>
        <pc:picChg chg="add mod ord modCrop">
          <ac:chgData name="Michael Kornhuber" userId="2c930b11799dc500" providerId="LiveId" clId="{7698B150-7253-4763-867C-A3049658354A}" dt="2026-04-19T20:57:17.053" v="2090" actId="732"/>
          <ac:picMkLst>
            <pc:docMk/>
            <pc:sldMk cId="4144336808" sldId="292"/>
            <ac:picMk id="5" creationId="{B73B2A3C-5C72-1B8B-463A-2A41A24DFD73}"/>
          </ac:picMkLst>
        </pc:picChg>
      </pc:sldChg>
      <pc:sldChg chg="addSp delSp modSp add mod ord">
        <pc:chgData name="Michael Kornhuber" userId="2c930b11799dc500" providerId="LiveId" clId="{7698B150-7253-4763-867C-A3049658354A}" dt="2026-04-20T10:13:01.771" v="4877"/>
        <pc:sldMkLst>
          <pc:docMk/>
          <pc:sldMk cId="305317111" sldId="293"/>
        </pc:sldMkLst>
        <pc:spChg chg="add mod">
          <ac:chgData name="Michael Kornhuber" userId="2c930b11799dc500" providerId="LiveId" clId="{7698B150-7253-4763-867C-A3049658354A}" dt="2026-04-19T21:41:29.919" v="3378" actId="1076"/>
          <ac:spMkLst>
            <pc:docMk/>
            <pc:sldMk cId="305317111" sldId="293"/>
            <ac:spMk id="8" creationId="{597B087A-55C1-DA14-8822-83FB3B1F11B5}"/>
          </ac:spMkLst>
        </pc:spChg>
        <pc:picChg chg="add mod ord modCrop">
          <ac:chgData name="Michael Kornhuber" userId="2c930b11799dc500" providerId="LiveId" clId="{7698B150-7253-4763-867C-A3049658354A}" dt="2026-04-19T20:55:21.632" v="2058" actId="1076"/>
          <ac:picMkLst>
            <pc:docMk/>
            <pc:sldMk cId="305317111" sldId="293"/>
            <ac:picMk id="5" creationId="{EE6E4C89-9B5E-463D-6116-1774423E1679}"/>
          </ac:picMkLst>
        </pc:picChg>
        <pc:picChg chg="add mod ord modCrop">
          <ac:chgData name="Michael Kornhuber" userId="2c930b11799dc500" providerId="LiveId" clId="{7698B150-7253-4763-867C-A3049658354A}" dt="2026-04-19T20:56:32.382" v="2086" actId="1076"/>
          <ac:picMkLst>
            <pc:docMk/>
            <pc:sldMk cId="305317111" sldId="293"/>
            <ac:picMk id="7" creationId="{C65E462A-EB4D-EDF1-60D0-EAEEFB38916A}"/>
          </ac:picMkLst>
        </pc:picChg>
      </pc:sldChg>
      <pc:sldChg chg="addSp delSp modSp add mod ord modShow">
        <pc:chgData name="Michael Kornhuber" userId="2c930b11799dc500" providerId="LiveId" clId="{7698B150-7253-4763-867C-A3049658354A}" dt="2026-04-20T17:15:10.636" v="5023"/>
        <pc:sldMkLst>
          <pc:docMk/>
          <pc:sldMk cId="2413255007" sldId="295"/>
        </pc:sldMkLst>
        <pc:spChg chg="mod">
          <ac:chgData name="Michael Kornhuber" userId="2c930b11799dc500" providerId="LiveId" clId="{7698B150-7253-4763-867C-A3049658354A}" dt="2026-04-19T22:30:06.768" v="4184" actId="1076"/>
          <ac:spMkLst>
            <pc:docMk/>
            <pc:sldMk cId="2413255007" sldId="295"/>
            <ac:spMk id="2" creationId="{229E1149-02A4-3855-8B03-97AC2E0EA09A}"/>
          </ac:spMkLst>
        </pc:spChg>
        <pc:picChg chg="add mod ord">
          <ac:chgData name="Michael Kornhuber" userId="2c930b11799dc500" providerId="LiveId" clId="{7698B150-7253-4763-867C-A3049658354A}" dt="2026-04-19T22:30:20.666" v="4187" actId="1076"/>
          <ac:picMkLst>
            <pc:docMk/>
            <pc:sldMk cId="2413255007" sldId="295"/>
            <ac:picMk id="5" creationId="{7F95BED2-823F-BB83-59C6-10C9529428A8}"/>
          </ac:picMkLst>
        </pc:picChg>
      </pc:sldChg>
      <pc:sldChg chg="addSp delSp modSp add mod ord modShow">
        <pc:chgData name="Michael Kornhuber" userId="2c930b11799dc500" providerId="LiveId" clId="{7698B150-7253-4763-867C-A3049658354A}" dt="2026-04-20T17:15:10.636" v="5023"/>
        <pc:sldMkLst>
          <pc:docMk/>
          <pc:sldMk cId="298429127" sldId="296"/>
        </pc:sldMkLst>
        <pc:spChg chg="mod ord">
          <ac:chgData name="Michael Kornhuber" userId="2c930b11799dc500" providerId="LiveId" clId="{7698B150-7253-4763-867C-A3049658354A}" dt="2026-04-19T20:44:28.729" v="2014" actId="14100"/>
          <ac:spMkLst>
            <pc:docMk/>
            <pc:sldMk cId="298429127" sldId="296"/>
            <ac:spMk id="2" creationId="{58FE6018-8C1A-1CA1-CA7F-12AF7D5A4E91}"/>
          </ac:spMkLst>
        </pc:spChg>
        <pc:spChg chg="add mod">
          <ac:chgData name="Michael Kornhuber" userId="2c930b11799dc500" providerId="LiveId" clId="{7698B150-7253-4763-867C-A3049658354A}" dt="2026-04-19T20:45:11.032" v="2019" actId="14100"/>
          <ac:spMkLst>
            <pc:docMk/>
            <pc:sldMk cId="298429127" sldId="296"/>
            <ac:spMk id="9" creationId="{FE80B94F-E872-44BD-8D4A-0A5E71D504F7}"/>
          </ac:spMkLst>
        </pc:spChg>
        <pc:picChg chg="add mod ord modCrop">
          <ac:chgData name="Michael Kornhuber" userId="2c930b11799dc500" providerId="LiveId" clId="{7698B150-7253-4763-867C-A3049658354A}" dt="2026-04-19T20:44:19.384" v="2012" actId="1076"/>
          <ac:picMkLst>
            <pc:docMk/>
            <pc:sldMk cId="298429127" sldId="296"/>
            <ac:picMk id="5" creationId="{9317EC1D-B543-8D7C-81F1-FDEFC53752BE}"/>
          </ac:picMkLst>
        </pc:picChg>
        <pc:picChg chg="add mod modCrop">
          <ac:chgData name="Michael Kornhuber" userId="2c930b11799dc500" providerId="LiveId" clId="{7698B150-7253-4763-867C-A3049658354A}" dt="2026-04-19T20:43:48.403" v="2008" actId="732"/>
          <ac:picMkLst>
            <pc:docMk/>
            <pc:sldMk cId="298429127" sldId="296"/>
            <ac:picMk id="7" creationId="{0D422B7E-276B-5D50-72C0-028E15CF8C76}"/>
          </ac:picMkLst>
        </pc:picChg>
        <pc:picChg chg="add mod modCrop">
          <ac:chgData name="Michael Kornhuber" userId="2c930b11799dc500" providerId="LiveId" clId="{7698B150-7253-4763-867C-A3049658354A}" dt="2026-04-19T20:43:55.845" v="2009" actId="732"/>
          <ac:picMkLst>
            <pc:docMk/>
            <pc:sldMk cId="298429127" sldId="296"/>
            <ac:picMk id="8" creationId="{7E1C656B-F702-45C8-76A1-5550B1E578B1}"/>
          </ac:picMkLst>
        </pc:picChg>
      </pc:sldChg>
      <pc:sldChg chg="addSp delSp modSp add mod ord modShow">
        <pc:chgData name="Michael Kornhuber" userId="2c930b11799dc500" providerId="LiveId" clId="{7698B150-7253-4763-867C-A3049658354A}" dt="2026-04-20T17:15:10.636" v="5023"/>
        <pc:sldMkLst>
          <pc:docMk/>
          <pc:sldMk cId="471878247" sldId="297"/>
        </pc:sldMkLst>
        <pc:spChg chg="mod">
          <ac:chgData name="Michael Kornhuber" userId="2c930b11799dc500" providerId="LiveId" clId="{7698B150-7253-4763-867C-A3049658354A}" dt="2026-04-19T20:41:31.240" v="1991" actId="1035"/>
          <ac:spMkLst>
            <pc:docMk/>
            <pc:sldMk cId="471878247" sldId="297"/>
            <ac:spMk id="2" creationId="{8AA84FBC-F473-9486-3169-BD11EB05DCC3}"/>
          </ac:spMkLst>
        </pc:spChg>
        <pc:spChg chg="add mod">
          <ac:chgData name="Michael Kornhuber" userId="2c930b11799dc500" providerId="LiveId" clId="{7698B150-7253-4763-867C-A3049658354A}" dt="2026-04-19T20:38:46.119" v="1907" actId="1036"/>
          <ac:spMkLst>
            <pc:docMk/>
            <pc:sldMk cId="471878247" sldId="297"/>
            <ac:spMk id="13" creationId="{D90D360A-1A9B-2EC0-364F-D86D2BE2D952}"/>
          </ac:spMkLst>
        </pc:spChg>
        <pc:spChg chg="add mod">
          <ac:chgData name="Michael Kornhuber" userId="2c930b11799dc500" providerId="LiveId" clId="{7698B150-7253-4763-867C-A3049658354A}" dt="2026-04-19T20:39:00.501" v="1914" actId="1035"/>
          <ac:spMkLst>
            <pc:docMk/>
            <pc:sldMk cId="471878247" sldId="297"/>
            <ac:spMk id="14" creationId="{25C361DA-FFE7-0020-71E7-5F0FD5F6F987}"/>
          </ac:spMkLst>
        </pc:spChg>
        <pc:spChg chg="add mod">
          <ac:chgData name="Michael Kornhuber" userId="2c930b11799dc500" providerId="LiveId" clId="{7698B150-7253-4763-867C-A3049658354A}" dt="2026-04-19T20:40:50.309" v="1943" actId="14100"/>
          <ac:spMkLst>
            <pc:docMk/>
            <pc:sldMk cId="471878247" sldId="297"/>
            <ac:spMk id="17" creationId="{B75FBAB6-E132-3F69-4AE1-FF1BAF252118}"/>
          </ac:spMkLst>
        </pc:spChg>
        <pc:spChg chg="add mod">
          <ac:chgData name="Michael Kornhuber" userId="2c930b11799dc500" providerId="LiveId" clId="{7698B150-7253-4763-867C-A3049658354A}" dt="2026-04-19T20:40:44.798" v="1942" actId="14100"/>
          <ac:spMkLst>
            <pc:docMk/>
            <pc:sldMk cId="471878247" sldId="297"/>
            <ac:spMk id="18" creationId="{5C12DD89-2A28-119E-72C0-782E99D53EBE}"/>
          </ac:spMkLst>
        </pc:spChg>
        <pc:picChg chg="add mod ord modCrop">
          <ac:chgData name="Michael Kornhuber" userId="2c930b11799dc500" providerId="LiveId" clId="{7698B150-7253-4763-867C-A3049658354A}" dt="2026-04-19T20:38:18.996" v="1899" actId="1076"/>
          <ac:picMkLst>
            <pc:docMk/>
            <pc:sldMk cId="471878247" sldId="297"/>
            <ac:picMk id="9" creationId="{3A4CE06E-5255-3FBD-EA24-E609D82CF64C}"/>
          </ac:picMkLst>
        </pc:picChg>
        <pc:picChg chg="add mod modCrop">
          <ac:chgData name="Michael Kornhuber" userId="2c930b11799dc500" providerId="LiveId" clId="{7698B150-7253-4763-867C-A3049658354A}" dt="2026-04-19T20:37:51.319" v="1895" actId="1076"/>
          <ac:picMkLst>
            <pc:docMk/>
            <pc:sldMk cId="471878247" sldId="297"/>
            <ac:picMk id="11" creationId="{2FE6CFB7-2C1F-6946-927E-0B6FA737C978}"/>
          </ac:picMkLst>
        </pc:picChg>
        <pc:picChg chg="add mod modCrop">
          <ac:chgData name="Michael Kornhuber" userId="2c930b11799dc500" providerId="LiveId" clId="{7698B150-7253-4763-867C-A3049658354A}" dt="2026-04-19T20:37:51.319" v="1895" actId="1076"/>
          <ac:picMkLst>
            <pc:docMk/>
            <pc:sldMk cId="471878247" sldId="297"/>
            <ac:picMk id="12" creationId="{ACB8BBF7-8A77-38F1-B19A-7D771A77639E}"/>
          </ac:picMkLst>
        </pc:picChg>
      </pc:sldChg>
      <pc:sldChg chg="addSp delSp modSp add mod ord">
        <pc:chgData name="Michael Kornhuber" userId="2c930b11799dc500" providerId="LiveId" clId="{7698B150-7253-4763-867C-A3049658354A}" dt="2026-04-19T20:33:26.065" v="1869"/>
        <pc:sldMkLst>
          <pc:docMk/>
          <pc:sldMk cId="3279135946" sldId="298"/>
        </pc:sldMkLst>
        <pc:spChg chg="mod">
          <ac:chgData name="Michael Kornhuber" userId="2c930b11799dc500" providerId="LiveId" clId="{7698B150-7253-4763-867C-A3049658354A}" dt="2026-04-19T20:32:19.978" v="1861" actId="1076"/>
          <ac:spMkLst>
            <pc:docMk/>
            <pc:sldMk cId="3279135946" sldId="298"/>
            <ac:spMk id="2" creationId="{A5E2738B-3A86-9782-62DA-955BB3F836CE}"/>
          </ac:spMkLst>
        </pc:spChg>
        <pc:spChg chg="add mod">
          <ac:chgData name="Michael Kornhuber" userId="2c930b11799dc500" providerId="LiveId" clId="{7698B150-7253-4763-867C-A3049658354A}" dt="2026-04-19T20:22:49.258" v="1803" actId="14100"/>
          <ac:spMkLst>
            <pc:docMk/>
            <pc:sldMk cId="3279135946" sldId="298"/>
            <ac:spMk id="7" creationId="{4C1084E0-33D0-6F24-35BD-3200AE2D6717}"/>
          </ac:spMkLst>
        </pc:spChg>
        <pc:spChg chg="add mod">
          <ac:chgData name="Michael Kornhuber" userId="2c930b11799dc500" providerId="LiveId" clId="{7698B150-7253-4763-867C-A3049658354A}" dt="2026-04-19T20:22:22.520" v="1790" actId="571"/>
          <ac:spMkLst>
            <pc:docMk/>
            <pc:sldMk cId="3279135946" sldId="298"/>
            <ac:spMk id="8" creationId="{AE82BC8B-4996-9AA6-9479-80B740C605FA}"/>
          </ac:spMkLst>
        </pc:spChg>
        <pc:spChg chg="add mod">
          <ac:chgData name="Michael Kornhuber" userId="2c930b11799dc500" providerId="LiveId" clId="{7698B150-7253-4763-867C-A3049658354A}" dt="2026-04-19T20:22:41.100" v="1798" actId="1038"/>
          <ac:spMkLst>
            <pc:docMk/>
            <pc:sldMk cId="3279135946" sldId="298"/>
            <ac:spMk id="9" creationId="{1000C881-7BD0-6027-EC62-D5AA8E35DAD3}"/>
          </ac:spMkLst>
        </pc:spChg>
        <pc:picChg chg="add mod ord modCrop">
          <ac:chgData name="Michael Kornhuber" userId="2c930b11799dc500" providerId="LiveId" clId="{7698B150-7253-4763-867C-A3049658354A}" dt="2026-04-19T20:32:13.235" v="1859" actId="1076"/>
          <ac:picMkLst>
            <pc:docMk/>
            <pc:sldMk cId="3279135946" sldId="298"/>
            <ac:picMk id="5" creationId="{FE76D2F8-F5AB-282C-89D5-E88DA09012D1}"/>
          </ac:picMkLst>
        </pc:picChg>
        <pc:picChg chg="add mod modCrop">
          <ac:chgData name="Michael Kornhuber" userId="2c930b11799dc500" providerId="LiveId" clId="{7698B150-7253-4763-867C-A3049658354A}" dt="2026-04-19T20:23:19.932" v="1810" actId="14100"/>
          <ac:picMkLst>
            <pc:docMk/>
            <pc:sldMk cId="3279135946" sldId="298"/>
            <ac:picMk id="6" creationId="{A48D729E-1749-383E-D5CC-CCFF6F08F472}"/>
          </ac:picMkLst>
        </pc:picChg>
        <pc:picChg chg="add mod">
          <ac:chgData name="Michael Kornhuber" userId="2c930b11799dc500" providerId="LiveId" clId="{7698B150-7253-4763-867C-A3049658354A}" dt="2026-04-19T20:28:35.607" v="1830" actId="1076"/>
          <ac:picMkLst>
            <pc:docMk/>
            <pc:sldMk cId="3279135946" sldId="298"/>
            <ac:picMk id="11" creationId="{3CEA9DCA-9801-2CCC-C54C-43EB9C4E1E89}"/>
          </ac:picMkLst>
        </pc:picChg>
        <pc:cxnChg chg="add mod ord">
          <ac:chgData name="Michael Kornhuber" userId="2c930b11799dc500" providerId="LiveId" clId="{7698B150-7253-4763-867C-A3049658354A}" dt="2026-04-19T20:32:54.741" v="1867" actId="14100"/>
          <ac:cxnSpMkLst>
            <pc:docMk/>
            <pc:sldMk cId="3279135946" sldId="298"/>
            <ac:cxnSpMk id="13" creationId="{517DA4AA-778C-9890-DF78-70214DB8F150}"/>
          </ac:cxnSpMkLst>
        </pc:cxnChg>
        <pc:cxnChg chg="add mod">
          <ac:chgData name="Michael Kornhuber" userId="2c930b11799dc500" providerId="LiveId" clId="{7698B150-7253-4763-867C-A3049658354A}" dt="2026-04-19T20:31:06.409" v="1850" actId="692"/>
          <ac:cxnSpMkLst>
            <pc:docMk/>
            <pc:sldMk cId="3279135946" sldId="298"/>
            <ac:cxnSpMk id="16" creationId="{DCB09787-0075-684B-FC2F-EE613946BE08}"/>
          </ac:cxnSpMkLst>
        </pc:cxnChg>
      </pc:sldChg>
      <pc:sldChg chg="addSp delSp modSp add mod ord">
        <pc:chgData name="Michael Kornhuber" userId="2c930b11799dc500" providerId="LiveId" clId="{7698B150-7253-4763-867C-A3049658354A}" dt="2026-04-19T20:17:03.465" v="1741"/>
        <pc:sldMkLst>
          <pc:docMk/>
          <pc:sldMk cId="2273873576" sldId="299"/>
        </pc:sldMkLst>
        <pc:spChg chg="mod ord">
          <ac:chgData name="Michael Kornhuber" userId="2c930b11799dc500" providerId="LiveId" clId="{7698B150-7253-4763-867C-A3049658354A}" dt="2026-04-19T20:12:32.091" v="1707" actId="20577"/>
          <ac:spMkLst>
            <pc:docMk/>
            <pc:sldMk cId="2273873576" sldId="299"/>
            <ac:spMk id="2" creationId="{C2390A07-5334-557F-C5DA-2FBA4E582C4E}"/>
          </ac:spMkLst>
        </pc:spChg>
        <pc:picChg chg="add mod ord modCrop">
          <ac:chgData name="Michael Kornhuber" userId="2c930b11799dc500" providerId="LiveId" clId="{7698B150-7253-4763-867C-A3049658354A}" dt="2026-04-19T20:11:08.815" v="1697" actId="1440"/>
          <ac:picMkLst>
            <pc:docMk/>
            <pc:sldMk cId="2273873576" sldId="299"/>
            <ac:picMk id="5" creationId="{0E843396-9950-4C7B-CE57-6F25F48B2A07}"/>
          </ac:picMkLst>
        </pc:picChg>
        <pc:picChg chg="add mod modCrop">
          <ac:chgData name="Michael Kornhuber" userId="2c930b11799dc500" providerId="LiveId" clId="{7698B150-7253-4763-867C-A3049658354A}" dt="2026-04-19T20:12:10.346" v="1703" actId="14100"/>
          <ac:picMkLst>
            <pc:docMk/>
            <pc:sldMk cId="2273873576" sldId="299"/>
            <ac:picMk id="6" creationId="{C1ACA54C-3FC8-74B4-666B-6B65365DFDD8}"/>
          </ac:picMkLst>
        </pc:picChg>
      </pc:sldChg>
      <pc:sldChg chg="addSp delSp modSp add mod ord modShow">
        <pc:chgData name="Michael Kornhuber" userId="2c930b11799dc500" providerId="LiveId" clId="{7698B150-7253-4763-867C-A3049658354A}" dt="2026-04-20T17:15:10.636" v="5023"/>
        <pc:sldMkLst>
          <pc:docMk/>
          <pc:sldMk cId="739286078" sldId="300"/>
        </pc:sldMkLst>
        <pc:spChg chg="mod ord">
          <ac:chgData name="Michael Kornhuber" userId="2c930b11799dc500" providerId="LiveId" clId="{7698B150-7253-4763-867C-A3049658354A}" dt="2026-04-19T20:14:40.616" v="1729" actId="207"/>
          <ac:spMkLst>
            <pc:docMk/>
            <pc:sldMk cId="739286078" sldId="300"/>
            <ac:spMk id="2" creationId="{8A57A527-A576-4C97-AEC5-858230A22D1D}"/>
          </ac:spMkLst>
        </pc:spChg>
        <pc:spChg chg="add mod">
          <ac:chgData name="Michael Kornhuber" userId="2c930b11799dc500" providerId="LiveId" clId="{7698B150-7253-4763-867C-A3049658354A}" dt="2026-04-19T20:15:28.569" v="1734" actId="1076"/>
          <ac:spMkLst>
            <pc:docMk/>
            <pc:sldMk cId="739286078" sldId="300"/>
            <ac:spMk id="7" creationId="{E7EA7503-1BAD-5CAA-8E0D-6C7B2255FD38}"/>
          </ac:spMkLst>
        </pc:spChg>
        <pc:picChg chg="add mod ord modCrop">
          <ac:chgData name="Michael Kornhuber" userId="2c930b11799dc500" providerId="LiveId" clId="{7698B150-7253-4763-867C-A3049658354A}" dt="2026-04-19T20:14:08.776" v="1724" actId="1076"/>
          <ac:picMkLst>
            <pc:docMk/>
            <pc:sldMk cId="739286078" sldId="300"/>
            <ac:picMk id="5" creationId="{B98FEEE0-292A-5F5D-5792-F0F84CF60A9C}"/>
          </ac:picMkLst>
        </pc:picChg>
        <pc:picChg chg="add mod modCrop">
          <ac:chgData name="Michael Kornhuber" userId="2c930b11799dc500" providerId="LiveId" clId="{7698B150-7253-4763-867C-A3049658354A}" dt="2026-04-19T20:14:32.016" v="1727" actId="1076"/>
          <ac:picMkLst>
            <pc:docMk/>
            <pc:sldMk cId="739286078" sldId="300"/>
            <ac:picMk id="6" creationId="{E1B175FD-54F1-154B-EA2F-B4E12402D103}"/>
          </ac:picMkLst>
        </pc:picChg>
        <pc:cxnChg chg="add mod">
          <ac:chgData name="Michael Kornhuber" userId="2c930b11799dc500" providerId="LiveId" clId="{7698B150-7253-4763-867C-A3049658354A}" dt="2026-04-19T20:15:46.898" v="1737" actId="208"/>
          <ac:cxnSpMkLst>
            <pc:docMk/>
            <pc:sldMk cId="739286078" sldId="300"/>
            <ac:cxnSpMk id="9" creationId="{1FAC3091-E7C1-1223-51E0-7690D339EF6A}"/>
          </ac:cxnSpMkLst>
        </pc:cxnChg>
      </pc:sldChg>
      <pc:sldChg chg="addSp delSp modSp add mod ord">
        <pc:chgData name="Michael Kornhuber" userId="2c930b11799dc500" providerId="LiveId" clId="{7698B150-7253-4763-867C-A3049658354A}" dt="2026-04-19T22:42:04.564" v="4247" actId="1076"/>
        <pc:sldMkLst>
          <pc:docMk/>
          <pc:sldMk cId="536318517" sldId="301"/>
        </pc:sldMkLst>
        <pc:spChg chg="mod">
          <ac:chgData name="Michael Kornhuber" userId="2c930b11799dc500" providerId="LiveId" clId="{7698B150-7253-4763-867C-A3049658354A}" dt="2026-04-19T20:20:28.654" v="1766" actId="1076"/>
          <ac:spMkLst>
            <pc:docMk/>
            <pc:sldMk cId="536318517" sldId="301"/>
            <ac:spMk id="2" creationId="{5177EEFB-D850-4CD2-53A7-21B06FD92699}"/>
          </ac:spMkLst>
        </pc:spChg>
        <pc:spChg chg="add mod">
          <ac:chgData name="Michael Kornhuber" userId="2c930b11799dc500" providerId="LiveId" clId="{7698B150-7253-4763-867C-A3049658354A}" dt="2026-04-19T20:21:28.774" v="1775" actId="14100"/>
          <ac:spMkLst>
            <pc:docMk/>
            <pc:sldMk cId="536318517" sldId="301"/>
            <ac:spMk id="8" creationId="{520CF029-005B-61B7-6DCF-DF5E2EE51FC7}"/>
          </ac:spMkLst>
        </pc:spChg>
        <pc:spChg chg="add mod">
          <ac:chgData name="Michael Kornhuber" userId="2c930b11799dc500" providerId="LiveId" clId="{7698B150-7253-4763-867C-A3049658354A}" dt="2026-04-19T22:42:04.564" v="4247" actId="1076"/>
          <ac:spMkLst>
            <pc:docMk/>
            <pc:sldMk cId="536318517" sldId="301"/>
            <ac:spMk id="9" creationId="{40007E7A-3A3D-9524-0C78-0C1489ED54AA}"/>
          </ac:spMkLst>
        </pc:spChg>
        <pc:picChg chg="add mod ord">
          <ac:chgData name="Michael Kornhuber" userId="2c930b11799dc500" providerId="LiveId" clId="{7698B150-7253-4763-867C-A3049658354A}" dt="2026-04-19T20:20:32.424" v="1767" actId="1076"/>
          <ac:picMkLst>
            <pc:docMk/>
            <pc:sldMk cId="536318517" sldId="301"/>
            <ac:picMk id="5" creationId="{5D975078-5BA9-A1BD-738A-2EF88C4ABA42}"/>
          </ac:picMkLst>
        </pc:picChg>
        <pc:picChg chg="add mod">
          <ac:chgData name="Michael Kornhuber" userId="2c930b11799dc500" providerId="LiveId" clId="{7698B150-7253-4763-867C-A3049658354A}" dt="2026-04-19T20:20:47.381" v="1769" actId="1076"/>
          <ac:picMkLst>
            <pc:docMk/>
            <pc:sldMk cId="536318517" sldId="301"/>
            <ac:picMk id="7" creationId="{9F3931CC-D917-BF56-980F-EB67A13B2966}"/>
          </ac:picMkLst>
        </pc:picChg>
      </pc:sldChg>
      <pc:sldChg chg="addSp delSp modSp add mod ord">
        <pc:chgData name="Michael Kornhuber" userId="2c930b11799dc500" providerId="LiveId" clId="{7698B150-7253-4763-867C-A3049658354A}" dt="2026-04-19T19:58:36.333" v="1596"/>
        <pc:sldMkLst>
          <pc:docMk/>
          <pc:sldMk cId="3188453612" sldId="302"/>
        </pc:sldMkLst>
        <pc:spChg chg="mod">
          <ac:chgData name="Michael Kornhuber" userId="2c930b11799dc500" providerId="LiveId" clId="{7698B150-7253-4763-867C-A3049658354A}" dt="2026-04-19T19:44:48.716" v="1536" actId="1076"/>
          <ac:spMkLst>
            <pc:docMk/>
            <pc:sldMk cId="3188453612" sldId="302"/>
            <ac:spMk id="2" creationId="{B9AD3CCB-9736-CA41-4E08-492EF66DCE4C}"/>
          </ac:spMkLst>
        </pc:spChg>
        <pc:picChg chg="add mod ord modCrop">
          <ac:chgData name="Michael Kornhuber" userId="2c930b11799dc500" providerId="LiveId" clId="{7698B150-7253-4763-867C-A3049658354A}" dt="2026-04-19T19:41:33.586" v="1522"/>
          <ac:picMkLst>
            <pc:docMk/>
            <pc:sldMk cId="3188453612" sldId="302"/>
            <ac:picMk id="7" creationId="{6D11ED39-2363-44BC-72F3-9412A792955D}"/>
          </ac:picMkLst>
        </pc:picChg>
      </pc:sldChg>
      <pc:sldChg chg="add del">
        <pc:chgData name="Michael Kornhuber" userId="2c930b11799dc500" providerId="LiveId" clId="{7698B150-7253-4763-867C-A3049658354A}" dt="2026-04-20T10:24:24.970" v="4989" actId="47"/>
        <pc:sldMkLst>
          <pc:docMk/>
          <pc:sldMk cId="896060968" sldId="303"/>
        </pc:sldMkLst>
      </pc:sldChg>
      <pc:sldChg chg="modSp add mod ord modAnim">
        <pc:chgData name="Michael Kornhuber" userId="2c930b11799dc500" providerId="LiveId" clId="{7698B150-7253-4763-867C-A3049658354A}" dt="2026-04-20T10:10:28.266" v="4875" actId="20577"/>
        <pc:sldMkLst>
          <pc:docMk/>
          <pc:sldMk cId="606031248" sldId="304"/>
        </pc:sldMkLst>
        <pc:spChg chg="mod">
          <ac:chgData name="Michael Kornhuber" userId="2c930b11799dc500" providerId="LiveId" clId="{7698B150-7253-4763-867C-A3049658354A}" dt="2026-04-19T20:09:00.833" v="1679" actId="1076"/>
          <ac:spMkLst>
            <pc:docMk/>
            <pc:sldMk cId="606031248" sldId="304"/>
            <ac:spMk id="2" creationId="{9E1DF011-33F8-50CB-7A83-43633823E72C}"/>
          </ac:spMkLst>
        </pc:spChg>
        <pc:spChg chg="mod">
          <ac:chgData name="Michael Kornhuber" userId="2c930b11799dc500" providerId="LiveId" clId="{7698B150-7253-4763-867C-A3049658354A}" dt="2026-04-20T10:10:28.266" v="4875" actId="20577"/>
          <ac:spMkLst>
            <pc:docMk/>
            <pc:sldMk cId="606031248" sldId="304"/>
            <ac:spMk id="3" creationId="{8C42DA41-6637-42DE-E011-B382971AD9AF}"/>
          </ac:spMkLst>
        </pc:spChg>
      </pc:sldChg>
      <pc:sldChg chg="add del">
        <pc:chgData name="Michael Kornhuber" userId="2c930b11799dc500" providerId="LiveId" clId="{7698B150-7253-4763-867C-A3049658354A}" dt="2026-04-20T17:15:18.972" v="5024" actId="47"/>
        <pc:sldMkLst>
          <pc:docMk/>
          <pc:sldMk cId="3791088552" sldId="305"/>
        </pc:sldMkLst>
      </pc:sldChg>
      <pc:sldChg chg="add del">
        <pc:chgData name="Michael Kornhuber" userId="2c930b11799dc500" providerId="LiveId" clId="{7698B150-7253-4763-867C-A3049658354A}" dt="2026-04-20T10:24:26.418" v="4990" actId="47"/>
        <pc:sldMkLst>
          <pc:docMk/>
          <pc:sldMk cId="2957880494" sldId="306"/>
        </pc:sldMkLst>
      </pc:sldChg>
      <pc:sldChg chg="add del">
        <pc:chgData name="Michael Kornhuber" userId="2c930b11799dc500" providerId="LiveId" clId="{7698B150-7253-4763-867C-A3049658354A}" dt="2026-04-20T10:24:24.213" v="4988" actId="47"/>
        <pc:sldMkLst>
          <pc:docMk/>
          <pc:sldMk cId="3042240119" sldId="307"/>
        </pc:sldMkLst>
      </pc:sldChg>
      <pc:sldChg chg="addSp delSp modSp new mod modAnim">
        <pc:chgData name="Michael Kornhuber" userId="2c930b11799dc500" providerId="LiveId" clId="{7698B150-7253-4763-867C-A3049658354A}" dt="2026-04-20T18:22:19.345" v="5901"/>
        <pc:sldMkLst>
          <pc:docMk/>
          <pc:sldMk cId="1775197660" sldId="308"/>
        </pc:sldMkLst>
        <pc:spChg chg="mod ord">
          <ac:chgData name="Michael Kornhuber" userId="2c930b11799dc500" providerId="LiveId" clId="{7698B150-7253-4763-867C-A3049658354A}" dt="2026-04-19T22:37:13.887" v="4222" actId="14100"/>
          <ac:spMkLst>
            <pc:docMk/>
            <pc:sldMk cId="1775197660" sldId="308"/>
            <ac:spMk id="2" creationId="{3BF2459A-ABDB-4365-946D-B73A1D440402}"/>
          </ac:spMkLst>
        </pc:spChg>
        <pc:spChg chg="add mod">
          <ac:chgData name="Michael Kornhuber" userId="2c930b11799dc500" providerId="LiveId" clId="{7698B150-7253-4763-867C-A3049658354A}" dt="2026-04-20T18:21:04.417" v="5894" actId="1076"/>
          <ac:spMkLst>
            <pc:docMk/>
            <pc:sldMk cId="1775197660" sldId="308"/>
            <ac:spMk id="9" creationId="{FA5779BE-FE57-5FF6-FF48-58D6C33FE578}"/>
          </ac:spMkLst>
        </pc:spChg>
        <pc:spChg chg="add mod">
          <ac:chgData name="Michael Kornhuber" userId="2c930b11799dc500" providerId="LiveId" clId="{7698B150-7253-4763-867C-A3049658354A}" dt="2026-04-20T18:20:45.467" v="5890" actId="1076"/>
          <ac:spMkLst>
            <pc:docMk/>
            <pc:sldMk cId="1775197660" sldId="308"/>
            <ac:spMk id="10" creationId="{0C1B3F30-39AC-EC45-67C7-A9B54BD17016}"/>
          </ac:spMkLst>
        </pc:spChg>
        <pc:picChg chg="add mod ord modCrop">
          <ac:chgData name="Michael Kornhuber" userId="2c930b11799dc500" providerId="LiveId" clId="{7698B150-7253-4763-867C-A3049658354A}" dt="2026-04-19T22:37:27.151" v="4224" actId="1076"/>
          <ac:picMkLst>
            <pc:docMk/>
            <pc:sldMk cId="1775197660" sldId="308"/>
            <ac:picMk id="5" creationId="{59A7CBF8-38DF-2D91-E43B-D25C2E2E722C}"/>
          </ac:picMkLst>
        </pc:picChg>
        <pc:picChg chg="add mod modCrop">
          <ac:chgData name="Michael Kornhuber" userId="2c930b11799dc500" providerId="LiveId" clId="{7698B150-7253-4763-867C-A3049658354A}" dt="2026-04-19T22:36:53.406" v="4218" actId="1076"/>
          <ac:picMkLst>
            <pc:docMk/>
            <pc:sldMk cId="1775197660" sldId="308"/>
            <ac:picMk id="7" creationId="{EF4212A7-179C-A594-6151-9DE7A3046018}"/>
          </ac:picMkLst>
        </pc:picChg>
        <pc:picChg chg="add mod modCrop">
          <ac:chgData name="Michael Kornhuber" userId="2c930b11799dc500" providerId="LiveId" clId="{7698B150-7253-4763-867C-A3049658354A}" dt="2026-04-19T22:37:21.838" v="4223" actId="1076"/>
          <ac:picMkLst>
            <pc:docMk/>
            <pc:sldMk cId="1775197660" sldId="308"/>
            <ac:picMk id="8" creationId="{AAF9A67C-080C-2B4E-3D84-1D8FB13F91B3}"/>
          </ac:picMkLst>
        </pc:picChg>
      </pc:sldChg>
      <pc:sldChg chg="modSp new mod addAnim delAnim modAnim">
        <pc:chgData name="Michael Kornhuber" userId="2c930b11799dc500" providerId="LiveId" clId="{7698B150-7253-4763-867C-A3049658354A}" dt="2026-04-20T09:21:25.170" v="4333"/>
        <pc:sldMkLst>
          <pc:docMk/>
          <pc:sldMk cId="2444916915" sldId="309"/>
        </pc:sldMkLst>
        <pc:spChg chg="mod">
          <ac:chgData name="Michael Kornhuber" userId="2c930b11799dc500" providerId="LiveId" clId="{7698B150-7253-4763-867C-A3049658354A}" dt="2026-04-19T21:42:33.032" v="3393" actId="207"/>
          <ac:spMkLst>
            <pc:docMk/>
            <pc:sldMk cId="2444916915" sldId="309"/>
            <ac:spMk id="2" creationId="{53C415A1-7939-F501-2FC6-94DF209143B0}"/>
          </ac:spMkLst>
        </pc:spChg>
        <pc:spChg chg="mod">
          <ac:chgData name="Michael Kornhuber" userId="2c930b11799dc500" providerId="LiveId" clId="{7698B150-7253-4763-867C-A3049658354A}" dt="2026-04-19T22:28:05.563" v="4181" actId="12"/>
          <ac:spMkLst>
            <pc:docMk/>
            <pc:sldMk cId="2444916915" sldId="309"/>
            <ac:spMk id="3" creationId="{21ABEF8F-824B-FC53-CE89-E56AC3FC6796}"/>
          </ac:spMkLst>
        </pc:spChg>
      </pc:sldChg>
      <pc:sldChg chg="addSp modSp new mod modAnim">
        <pc:chgData name="Michael Kornhuber" userId="2c930b11799dc500" providerId="LiveId" clId="{7698B150-7253-4763-867C-A3049658354A}" dt="2026-04-20T18:21:45.558" v="5899"/>
        <pc:sldMkLst>
          <pc:docMk/>
          <pc:sldMk cId="4114408346" sldId="310"/>
        </pc:sldMkLst>
        <pc:spChg chg="mod">
          <ac:chgData name="Michael Kornhuber" userId="2c930b11799dc500" providerId="LiveId" clId="{7698B150-7253-4763-867C-A3049658354A}" dt="2026-04-19T22:21:04.074" v="4056" actId="14100"/>
          <ac:spMkLst>
            <pc:docMk/>
            <pc:sldMk cId="4114408346" sldId="310"/>
            <ac:spMk id="2" creationId="{8F42D492-E81E-0560-ED10-67C3AFDBE5D2}"/>
          </ac:spMkLst>
        </pc:spChg>
        <pc:spChg chg="mod">
          <ac:chgData name="Michael Kornhuber" userId="2c930b11799dc500" providerId="LiveId" clId="{7698B150-7253-4763-867C-A3049658354A}" dt="2026-04-19T22:20:40.925" v="4047" actId="113"/>
          <ac:spMkLst>
            <pc:docMk/>
            <pc:sldMk cId="4114408346" sldId="310"/>
            <ac:spMk id="3" creationId="{7716C0B4-9BB4-6DA5-30BA-978E5EF9F18A}"/>
          </ac:spMkLst>
        </pc:spChg>
        <pc:spChg chg="add mod">
          <ac:chgData name="Michael Kornhuber" userId="2c930b11799dc500" providerId="LiveId" clId="{7698B150-7253-4763-867C-A3049658354A}" dt="2026-04-19T22:20:45.811" v="4049" actId="115"/>
          <ac:spMkLst>
            <pc:docMk/>
            <pc:sldMk cId="4114408346" sldId="310"/>
            <ac:spMk id="4" creationId="{06B9FF1D-B559-DE8D-8A27-3EB008706F0F}"/>
          </ac:spMkLst>
        </pc:spChg>
        <pc:spChg chg="add mod">
          <ac:chgData name="Michael Kornhuber" userId="2c930b11799dc500" providerId="LiveId" clId="{7698B150-7253-4763-867C-A3049658354A}" dt="2026-04-19T22:20:58.276" v="4055" actId="1035"/>
          <ac:spMkLst>
            <pc:docMk/>
            <pc:sldMk cId="4114408346" sldId="310"/>
            <ac:spMk id="5" creationId="{72ACAD07-AD13-F74B-7452-1069FB9927F2}"/>
          </ac:spMkLst>
        </pc:spChg>
      </pc:sldChg>
      <pc:sldChg chg="modSp new mod modAnim">
        <pc:chgData name="Michael Kornhuber" userId="2c930b11799dc500" providerId="LiveId" clId="{7698B150-7253-4763-867C-A3049658354A}" dt="2026-04-20T17:58:31.204" v="5844" actId="20577"/>
        <pc:sldMkLst>
          <pc:docMk/>
          <pc:sldMk cId="1333119715" sldId="311"/>
        </pc:sldMkLst>
        <pc:spChg chg="mod">
          <ac:chgData name="Michael Kornhuber" userId="2c930b11799dc500" providerId="LiveId" clId="{7698B150-7253-4763-867C-A3049658354A}" dt="2026-04-20T10:59:45.280" v="5007" actId="207"/>
          <ac:spMkLst>
            <pc:docMk/>
            <pc:sldMk cId="1333119715" sldId="311"/>
            <ac:spMk id="2" creationId="{B0DE8D59-0EE0-6EC9-472A-989077836B7A}"/>
          </ac:spMkLst>
        </pc:spChg>
        <pc:spChg chg="mod">
          <ac:chgData name="Michael Kornhuber" userId="2c930b11799dc500" providerId="LiveId" clId="{7698B150-7253-4763-867C-A3049658354A}" dt="2026-04-20T17:58:31.204" v="5844" actId="20577"/>
          <ac:spMkLst>
            <pc:docMk/>
            <pc:sldMk cId="1333119715" sldId="311"/>
            <ac:spMk id="3" creationId="{808F4D0E-B84E-573B-FD31-E07339B27766}"/>
          </ac:spMkLst>
        </pc:spChg>
      </pc:sldChg>
      <pc:sldChg chg="modSp new mod ord">
        <pc:chgData name="Michael Kornhuber" userId="2c930b11799dc500" providerId="LiveId" clId="{7698B150-7253-4763-867C-A3049658354A}" dt="2026-04-20T19:56:27.348" v="5915" actId="27636"/>
        <pc:sldMkLst>
          <pc:docMk/>
          <pc:sldMk cId="2061147824" sldId="312"/>
        </pc:sldMkLst>
        <pc:spChg chg="mod">
          <ac:chgData name="Michael Kornhuber" userId="2c930b11799dc500" providerId="LiveId" clId="{7698B150-7253-4763-867C-A3049658354A}" dt="2026-04-20T17:48:21.670" v="5413" actId="1076"/>
          <ac:spMkLst>
            <pc:docMk/>
            <pc:sldMk cId="2061147824" sldId="312"/>
            <ac:spMk id="2" creationId="{48161619-111C-71B7-77BB-F8DBF7EC005C}"/>
          </ac:spMkLst>
        </pc:spChg>
        <pc:spChg chg="mod">
          <ac:chgData name="Michael Kornhuber" userId="2c930b11799dc500" providerId="LiveId" clId="{7698B150-7253-4763-867C-A3049658354A}" dt="2026-04-20T19:56:27.348" v="5915" actId="27636"/>
          <ac:spMkLst>
            <pc:docMk/>
            <pc:sldMk cId="2061147824" sldId="312"/>
            <ac:spMk id="3" creationId="{4C93269B-53B8-8BBF-F2E6-0BF82A8FF2C4}"/>
          </ac:spMkLst>
        </pc:spChg>
      </pc:sldChg>
      <pc:sldChg chg="addSp delSp modSp new mod modAnim">
        <pc:chgData name="Michael Kornhuber" userId="2c930b11799dc500" providerId="LiveId" clId="{7698B150-7253-4763-867C-A3049658354A}" dt="2026-04-20T20:32:05.701" v="6421" actId="113"/>
        <pc:sldMkLst>
          <pc:docMk/>
          <pc:sldMk cId="2765623418" sldId="313"/>
        </pc:sldMkLst>
        <pc:spChg chg="mod">
          <ac:chgData name="Michael Kornhuber" userId="2c930b11799dc500" providerId="LiveId" clId="{7698B150-7253-4763-867C-A3049658354A}" dt="2026-04-20T20:02:46.857" v="5929" actId="207"/>
          <ac:spMkLst>
            <pc:docMk/>
            <pc:sldMk cId="2765623418" sldId="313"/>
            <ac:spMk id="2" creationId="{4AB21457-C3DB-AC68-48CF-CB56A33AEA0B}"/>
          </ac:spMkLst>
        </pc:spChg>
        <pc:spChg chg="add del mod">
          <ac:chgData name="Michael Kornhuber" userId="2c930b11799dc500" providerId="LiveId" clId="{7698B150-7253-4763-867C-A3049658354A}" dt="2026-04-20T20:32:05.701" v="6421" actId="113"/>
          <ac:spMkLst>
            <pc:docMk/>
            <pc:sldMk cId="2765623418" sldId="313"/>
            <ac:spMk id="3" creationId="{A699FEC8-CE93-63AF-550F-10D1706C06CE}"/>
          </ac:spMkLst>
        </pc:spChg>
      </pc:sldChg>
      <pc:sldMasterChg chg="setBg">
        <pc:chgData name="Michael Kornhuber" userId="2c930b11799dc500" providerId="LiveId" clId="{7698B150-7253-4763-867C-A3049658354A}" dt="2026-04-19T16:23:21.503" v="247"/>
        <pc:sldMasterMkLst>
          <pc:docMk/>
          <pc:sldMasterMk cId="1252562746" sldId="2147484001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F3730-7A89-4690-ABE2-680C3A44045D}" type="datetimeFigureOut">
              <a:rPr lang="de-DE" smtClean="0"/>
              <a:t>19.04.2026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0E850-D3DD-4CE6-A3FE-151A2A8AA2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093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0E850-D3DD-4CE6-A3FE-151A2A8AA28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2843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REST-Controller für die HTTP-Schnittstellen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 für Fachlogik und Business-Regeln</a:t>
            </a:r>
          </a:p>
          <a:p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Repositories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für Datenzugriff und Projektionen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DTOs und Mapper zur Trennung von API und Persistenz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 Module für Auth, Security und Multi-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Tenancy</a:t>
            </a: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0E850-D3DD-4CE6-A3FE-151A2A8AA28E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9448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10E850-D3DD-4CE6-A3FE-151A2A8AA28E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6652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24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76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5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97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8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4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40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DBDDF98-C922-483F-97E9-3E76B0201B4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9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91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0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DDF98-C922-483F-97E9-3E76B0201B4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B8B3671-A306-4A69-8480-FA9BE839245D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56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04" r:id="rId3"/>
    <p:sldLayoutId id="2147484005" r:id="rId4"/>
    <p:sldLayoutId id="2147484006" r:id="rId5"/>
    <p:sldLayoutId id="2147484007" r:id="rId6"/>
    <p:sldLayoutId id="2147484008" r:id="rId7"/>
    <p:sldLayoutId id="2147484009" r:id="rId8"/>
    <p:sldLayoutId id="2147484010" r:id="rId9"/>
    <p:sldLayoutId id="2147484011" r:id="rId10"/>
    <p:sldLayoutId id="2147484012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94738-6228-DD9C-F9E8-10E2F13A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584552"/>
            <a:ext cx="8200196" cy="2537251"/>
          </a:xfrm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7200" cap="none" dirty="0" err="1">
                <a:solidFill>
                  <a:srgbClr val="454545"/>
                </a:solidFill>
                <a:latin typeface="Tempus Sans ITC" panose="04020404030D07020202" pitchFamily="82" charset="0"/>
              </a:rPr>
              <a:t>JobSearch</a:t>
            </a:r>
            <a:br>
              <a:rPr lang="en-US" sz="7200" cap="none" dirty="0">
                <a:solidFill>
                  <a:srgbClr val="454545"/>
                </a:solidFill>
                <a:latin typeface="Tempus Sans ITC" panose="04020404030D07020202" pitchFamily="82" charset="0"/>
              </a:rPr>
            </a:br>
            <a:r>
              <a:rPr lang="en-US" sz="4800" cap="none" dirty="0" err="1">
                <a:solidFill>
                  <a:srgbClr val="454545"/>
                </a:solidFill>
                <a:latin typeface="Tempus Sans ITC" panose="04020404030D07020202" pitchFamily="82" charset="0"/>
              </a:rPr>
              <a:t>Übersicht</a:t>
            </a:r>
            <a:r>
              <a:rPr lang="en-US" sz="4800" cap="none" dirty="0">
                <a:solidFill>
                  <a:srgbClr val="454545"/>
                </a:solidFill>
                <a:latin typeface="Tempus Sans ITC" panose="04020404030D07020202" pitchFamily="82" charset="0"/>
              </a:rPr>
              <a:t> </a:t>
            </a:r>
            <a:r>
              <a:rPr lang="en-US" sz="4800" cap="none" dirty="0" err="1">
                <a:solidFill>
                  <a:srgbClr val="454545"/>
                </a:solidFill>
                <a:latin typeface="Tempus Sans ITC" panose="04020404030D07020202" pitchFamily="82" charset="0"/>
              </a:rPr>
              <a:t>bei</a:t>
            </a:r>
            <a:r>
              <a:rPr lang="en-US" sz="4800" cap="none" dirty="0">
                <a:solidFill>
                  <a:srgbClr val="454545"/>
                </a:solidFill>
                <a:latin typeface="Tempus Sans ITC" panose="04020404030D07020202" pitchFamily="82" charset="0"/>
              </a:rPr>
              <a:t> der </a:t>
            </a:r>
            <a:r>
              <a:rPr lang="en-US" sz="4800" cap="none" dirty="0" err="1">
                <a:solidFill>
                  <a:srgbClr val="454545"/>
                </a:solidFill>
                <a:latin typeface="Tempus Sans ITC" panose="04020404030D07020202" pitchFamily="82" charset="0"/>
              </a:rPr>
              <a:t>Jobsuche</a:t>
            </a:r>
            <a:endParaRPr lang="en-US" sz="7200" cap="none" dirty="0">
              <a:solidFill>
                <a:srgbClr val="454545"/>
              </a:solidFill>
              <a:latin typeface="Tempus Sans ITC" panose="04020404030D07020202" pitchFamily="82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102FD28-46DD-0A30-9AFB-55CB29AC0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51" b="1852"/>
          <a:stretch>
            <a:fillRect/>
          </a:stretch>
        </p:blipFill>
        <p:spPr>
          <a:xfrm rot="20424021">
            <a:off x="8093811" y="0"/>
            <a:ext cx="40981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372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C415A1-7939-F501-2FC6-94DF2091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93319"/>
            <a:ext cx="9291215" cy="1049235"/>
          </a:xfrm>
        </p:spPr>
        <p:txBody>
          <a:bodyPr/>
          <a:lstStyle/>
          <a:p>
            <a:r>
              <a:rPr lang="de-DE" dirty="0">
                <a:solidFill>
                  <a:srgbClr val="C00000"/>
                </a:solidFill>
              </a:rPr>
              <a:t>Was ist „</a:t>
            </a:r>
            <a:r>
              <a:rPr lang="de-DE" dirty="0" err="1">
                <a:solidFill>
                  <a:srgbClr val="C00000"/>
                </a:solidFill>
              </a:rPr>
              <a:t>JobSearch</a:t>
            </a:r>
            <a:r>
              <a:rPr lang="de-DE" dirty="0">
                <a:solidFill>
                  <a:srgbClr val="C00000"/>
                </a:solidFill>
              </a:rPr>
              <a:t>“?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ABEF8F-824B-FC53-CE89-E56AC3FC6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7" y="1221409"/>
            <a:ext cx="11277604" cy="4415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b="1" dirty="0">
                <a:latin typeface="Aptos Display" panose="020B0004020202020204" pitchFamily="34" charset="0"/>
              </a:rPr>
              <a:t>Webanwendung zur Verwaltung der Jobsuche</a:t>
            </a:r>
          </a:p>
          <a:p>
            <a:r>
              <a:rPr lang="de-DE" sz="2400" dirty="0">
                <a:latin typeface="Aptos Display" panose="020B0004020202020204" pitchFamily="34" charset="0"/>
              </a:rPr>
              <a:t>Bewerbungsprozesse erzeugen viele verteilte Informationen</a:t>
            </a:r>
          </a:p>
          <a:p>
            <a:r>
              <a:rPr lang="de-DE" sz="2400" dirty="0">
                <a:latin typeface="Aptos Display" panose="020B0004020202020204" pitchFamily="34" charset="0"/>
              </a:rPr>
              <a:t>Problem: Firmen-Infos, Inserat-Texte, Kommunikationsverläufe, Status, … </a:t>
            </a:r>
            <a:br>
              <a:rPr lang="de-DE" sz="2400" dirty="0">
                <a:latin typeface="Aptos Display" panose="020B0004020202020204" pitchFamily="34" charset="0"/>
              </a:rPr>
            </a:br>
            <a:r>
              <a:rPr lang="de-DE" sz="2400" dirty="0">
                <a:latin typeface="Aptos Display" panose="020B0004020202020204" pitchFamily="34" charset="0"/>
                <a:sym typeface="Wingdings" panose="05000000000000000000" pitchFamily="2" charset="2"/>
              </a:rPr>
              <a:t> Was habe ich? Und wo finde ich es? (viele Orte und Programme )</a:t>
            </a:r>
            <a:endParaRPr lang="de-DE" sz="2400" dirty="0">
              <a:latin typeface="Aptos Display" panose="020B0004020202020204" pitchFamily="34" charset="0"/>
            </a:endParaRPr>
          </a:p>
          <a:p>
            <a:r>
              <a:rPr lang="de-DE" sz="2400" dirty="0">
                <a:latin typeface="Aptos Display" panose="020B0004020202020204" pitchFamily="34" charset="0"/>
              </a:rPr>
              <a:t>Ziel: Informationen zentral (in einem konsistenten Modell)</a:t>
            </a:r>
          </a:p>
          <a:p>
            <a:r>
              <a:rPr lang="de-DE" sz="2400" dirty="0">
                <a:latin typeface="Aptos Display" panose="020B0004020202020204" pitchFamily="34" charset="0"/>
              </a:rPr>
              <a:t>Besonderheit: hierarchische Darstellung (statt klassischer flacher CRUD-Masken)</a:t>
            </a:r>
          </a:p>
          <a:p>
            <a:r>
              <a:rPr lang="de-DE" sz="2400" dirty="0">
                <a:latin typeface="Aptos Display" panose="020B0004020202020204" pitchFamily="34" charset="0"/>
              </a:rPr>
              <a:t>Ergebnis: bessere Übersicht, Nachverfolgung und Auswertbarkeit</a:t>
            </a:r>
          </a:p>
        </p:txBody>
      </p:sp>
    </p:spTree>
    <p:extLst>
      <p:ext uri="{BB962C8B-B14F-4D97-AF65-F5344CB8AC3E}">
        <p14:creationId xmlns:p14="http://schemas.microsoft.com/office/powerpoint/2010/main" val="244491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42D492-E81E-0560-ED10-67C3AFDB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"/>
            <a:ext cx="9291215" cy="947634"/>
          </a:xfrm>
        </p:spPr>
        <p:txBody>
          <a:bodyPr/>
          <a:lstStyle/>
          <a:p>
            <a:r>
              <a:rPr lang="de-DE" dirty="0">
                <a:solidFill>
                  <a:srgbClr val="C00000"/>
                </a:solidFill>
              </a:rPr>
              <a:t>Tech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16C0B4-9BB4-6DA5-30BA-978E5EF9F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960336"/>
            <a:ext cx="5486400" cy="2959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>
                <a:latin typeface="Aptos Display" panose="020B0004020202020204" pitchFamily="34" charset="0"/>
              </a:rPr>
              <a:t>Frontend:</a:t>
            </a:r>
          </a:p>
          <a:p>
            <a:r>
              <a:rPr lang="de-DE" sz="1800" b="1" dirty="0">
                <a:latin typeface="Aptos Display" panose="020B0004020202020204" pitchFamily="34" charset="0"/>
              </a:rPr>
              <a:t>HTML, CSS, JS</a:t>
            </a:r>
          </a:p>
          <a:p>
            <a:r>
              <a:rPr lang="de-DE" sz="1800" b="1" dirty="0">
                <a:latin typeface="Aptos Display" panose="020B0004020202020204" pitchFamily="34" charset="0"/>
              </a:rPr>
              <a:t>Vue 3 </a:t>
            </a:r>
            <a:r>
              <a:rPr lang="de-DE" sz="1800" dirty="0">
                <a:latin typeface="Aptos Display" panose="020B0004020202020204" pitchFamily="34" charset="0"/>
              </a:rPr>
              <a:t>mit </a:t>
            </a:r>
            <a:r>
              <a:rPr lang="de-DE" sz="1800" dirty="0" err="1">
                <a:latin typeface="Aptos Display" panose="020B0004020202020204" pitchFamily="34" charset="0"/>
              </a:rPr>
              <a:t>Composition</a:t>
            </a:r>
            <a:r>
              <a:rPr lang="de-DE" sz="1800" dirty="0">
                <a:latin typeface="Aptos Display" panose="020B0004020202020204" pitchFamily="34" charset="0"/>
              </a:rPr>
              <a:t> API als </a:t>
            </a:r>
            <a:r>
              <a:rPr lang="de-DE" sz="1800" dirty="0">
                <a:solidFill>
                  <a:srgbClr val="C00000"/>
                </a:solidFill>
                <a:latin typeface="Aptos Display" panose="020B0004020202020204" pitchFamily="34" charset="0"/>
              </a:rPr>
              <a:t>Frontend-Framework</a:t>
            </a:r>
          </a:p>
          <a:p>
            <a:r>
              <a:rPr lang="de-DE" sz="1800" b="1" dirty="0">
                <a:latin typeface="Aptos Display" panose="020B0004020202020204" pitchFamily="34" charset="0"/>
              </a:rPr>
              <a:t>Vite</a:t>
            </a:r>
            <a:r>
              <a:rPr lang="de-DE" sz="1800" dirty="0">
                <a:latin typeface="Aptos Display" panose="020B0004020202020204" pitchFamily="34" charset="0"/>
              </a:rPr>
              <a:t> für schnellen Dev-Workflow und </a:t>
            </a:r>
            <a:r>
              <a:rPr lang="de-DE" sz="1800" dirty="0" err="1">
                <a:latin typeface="Aptos Display" panose="020B0004020202020204" pitchFamily="34" charset="0"/>
              </a:rPr>
              <a:t>Builds</a:t>
            </a:r>
            <a:endParaRPr lang="de-DE" sz="1800" dirty="0">
              <a:latin typeface="Aptos Display" panose="020B0004020202020204" pitchFamily="34" charset="0"/>
            </a:endParaRPr>
          </a:p>
          <a:p>
            <a:r>
              <a:rPr lang="de-DE" sz="1800" b="1" dirty="0">
                <a:latin typeface="Aptos Display" panose="020B0004020202020204" pitchFamily="34" charset="0"/>
              </a:rPr>
              <a:t>Axios</a:t>
            </a:r>
            <a:r>
              <a:rPr lang="de-DE" sz="1800" dirty="0">
                <a:latin typeface="Aptos Display" panose="020B0004020202020204" pitchFamily="34" charset="0"/>
              </a:rPr>
              <a:t> als zentraler API-Layer</a:t>
            </a:r>
          </a:p>
          <a:p>
            <a:r>
              <a:rPr lang="de-DE" sz="1800" b="1" dirty="0">
                <a:latin typeface="Aptos Display" panose="020B0004020202020204" pitchFamily="34" charset="0"/>
              </a:rPr>
              <a:t>Bootstrap 5 </a:t>
            </a:r>
            <a:r>
              <a:rPr lang="de-DE" sz="1800" dirty="0">
                <a:latin typeface="Aptos Display" panose="020B0004020202020204" pitchFamily="34" charset="0"/>
              </a:rPr>
              <a:t>als </a:t>
            </a:r>
            <a:r>
              <a:rPr lang="de-DE" sz="1800" dirty="0">
                <a:solidFill>
                  <a:srgbClr val="C00000"/>
                </a:solidFill>
                <a:latin typeface="Aptos Display" panose="020B0004020202020204" pitchFamily="34" charset="0"/>
              </a:rPr>
              <a:t>CSS-Framework</a:t>
            </a:r>
          </a:p>
          <a:p>
            <a:endParaRPr lang="de-DE" sz="1800" dirty="0">
              <a:latin typeface="Aptos Display" panose="020B0004020202020204" pitchFamily="34" charset="0"/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6B9FF1D-B559-DE8D-8A27-3EB008706F0F}"/>
              </a:ext>
            </a:extLst>
          </p:cNvPr>
          <p:cNvSpPr txBox="1">
            <a:spLocks/>
          </p:cNvSpPr>
          <p:nvPr/>
        </p:nvSpPr>
        <p:spPr>
          <a:xfrm>
            <a:off x="5969000" y="960335"/>
            <a:ext cx="6223000" cy="295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1800" dirty="0">
                <a:latin typeface="Aptos Display" panose="020B0004020202020204" pitchFamily="34" charset="0"/>
              </a:rPr>
              <a:t>Backend:</a:t>
            </a:r>
          </a:p>
          <a:p>
            <a:r>
              <a:rPr lang="de-DE" sz="1800" b="1" dirty="0">
                <a:latin typeface="Aptos Display" panose="020B0004020202020204" pitchFamily="34" charset="0"/>
              </a:rPr>
              <a:t>Java 21, Maven</a:t>
            </a:r>
          </a:p>
          <a:p>
            <a:r>
              <a:rPr lang="de-DE" sz="1800" b="1" dirty="0">
                <a:latin typeface="Aptos Display" panose="020B0004020202020204" pitchFamily="34" charset="0"/>
              </a:rPr>
              <a:t>Spring Boot 3 </a:t>
            </a:r>
            <a:r>
              <a:rPr lang="de-DE" sz="1800" dirty="0">
                <a:latin typeface="Aptos Display" panose="020B0004020202020204" pitchFamily="34" charset="0"/>
              </a:rPr>
              <a:t>als </a:t>
            </a:r>
            <a:r>
              <a:rPr lang="de-DE" sz="1800" dirty="0">
                <a:solidFill>
                  <a:srgbClr val="C00000"/>
                </a:solidFill>
                <a:latin typeface="Aptos Display" panose="020B0004020202020204" pitchFamily="34" charset="0"/>
              </a:rPr>
              <a:t>Backend-Framework</a:t>
            </a:r>
          </a:p>
          <a:p>
            <a:pPr lvl="1"/>
            <a:r>
              <a:rPr lang="de-DE" sz="1600" dirty="0">
                <a:latin typeface="Aptos Display" panose="020B0004020202020204" pitchFamily="34" charset="0"/>
              </a:rPr>
              <a:t>Spring Web, Spring Data JPA, Hibernate</a:t>
            </a:r>
          </a:p>
          <a:p>
            <a:pPr lvl="1"/>
            <a:r>
              <a:rPr lang="de-DE" sz="1600" dirty="0">
                <a:latin typeface="Aptos Display" panose="020B0004020202020204" pitchFamily="34" charset="0"/>
              </a:rPr>
              <a:t>Spring Security mit Session-Login und CSRF</a:t>
            </a:r>
          </a:p>
          <a:p>
            <a:r>
              <a:rPr lang="de-DE" sz="1800" b="1" dirty="0" err="1">
                <a:latin typeface="Aptos Display" panose="020B0004020202020204" pitchFamily="34" charset="0"/>
              </a:rPr>
              <a:t>MariaDB</a:t>
            </a:r>
            <a:r>
              <a:rPr lang="de-DE" sz="1800" dirty="0">
                <a:latin typeface="Aptos Display" panose="020B0004020202020204" pitchFamily="34" charset="0"/>
              </a:rPr>
              <a:t> als Datenbank, </a:t>
            </a:r>
            <a:r>
              <a:rPr lang="de-DE" sz="1800" b="1" dirty="0" err="1">
                <a:latin typeface="Aptos Display" panose="020B0004020202020204" pitchFamily="34" charset="0"/>
              </a:rPr>
              <a:t>Flyway</a:t>
            </a:r>
            <a:r>
              <a:rPr lang="de-DE" sz="1800" dirty="0">
                <a:latin typeface="Aptos Display" panose="020B0004020202020204" pitchFamily="34" charset="0"/>
              </a:rPr>
              <a:t> für Migrationen</a:t>
            </a:r>
          </a:p>
          <a:p>
            <a:r>
              <a:rPr lang="de-DE" sz="1800" dirty="0">
                <a:latin typeface="Aptos Display" panose="020B0004020202020204" pitchFamily="34" charset="0"/>
              </a:rPr>
              <a:t>Tests mit </a:t>
            </a:r>
            <a:r>
              <a:rPr lang="de-DE" sz="1800" b="1" dirty="0" err="1">
                <a:latin typeface="Aptos Display" panose="020B0004020202020204" pitchFamily="34" charset="0"/>
              </a:rPr>
              <a:t>JUnit</a:t>
            </a:r>
            <a:r>
              <a:rPr lang="de-DE" sz="1800" dirty="0">
                <a:latin typeface="Aptos Display" panose="020B0004020202020204" pitchFamily="34" charset="0"/>
              </a:rPr>
              <a:t> und </a:t>
            </a:r>
            <a:r>
              <a:rPr lang="de-DE" sz="1800" b="1" dirty="0" err="1">
                <a:latin typeface="Aptos Display" panose="020B0004020202020204" pitchFamily="34" charset="0"/>
              </a:rPr>
              <a:t>MockMvc</a:t>
            </a:r>
            <a:endParaRPr lang="de-DE" sz="1800" b="1" dirty="0">
              <a:latin typeface="Aptos Display" panose="020B0004020202020204" pitchFamily="34" charset="0"/>
            </a:endParaRPr>
          </a:p>
          <a:p>
            <a:endParaRPr lang="de-DE" sz="1800" dirty="0">
              <a:latin typeface="Aptos Display" panose="020B0004020202020204" pitchFamily="34" charset="0"/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2ACAD07-AD13-F74B-7452-1069FB9927F2}"/>
              </a:ext>
            </a:extLst>
          </p:cNvPr>
          <p:cNvSpPr txBox="1">
            <a:spLocks/>
          </p:cNvSpPr>
          <p:nvPr/>
        </p:nvSpPr>
        <p:spPr>
          <a:xfrm>
            <a:off x="495301" y="3932135"/>
            <a:ext cx="11404598" cy="220196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1800" dirty="0">
                <a:latin typeface="Aptos Display" panose="020B0004020202020204" pitchFamily="34" charset="0"/>
              </a:rPr>
              <a:t>Tools:</a:t>
            </a:r>
          </a:p>
          <a:p>
            <a:r>
              <a:rPr lang="de-DE" sz="1800" dirty="0" err="1">
                <a:latin typeface="Aptos Display" panose="020B0004020202020204" pitchFamily="34" charset="0"/>
              </a:rPr>
              <a:t>IntelliJ</a:t>
            </a:r>
            <a:r>
              <a:rPr lang="de-DE" sz="1800" dirty="0">
                <a:latin typeface="Aptos Display" panose="020B0004020202020204" pitchFamily="34" charset="0"/>
              </a:rPr>
              <a:t> IDEA, VS Code, </a:t>
            </a:r>
            <a:r>
              <a:rPr lang="de-DE" sz="1800" dirty="0" err="1">
                <a:latin typeface="Aptos Display" panose="020B0004020202020204" pitchFamily="34" charset="0"/>
              </a:rPr>
              <a:t>Github</a:t>
            </a:r>
            <a:r>
              <a:rPr lang="de-DE" sz="1800" dirty="0">
                <a:latin typeface="Aptos Display" panose="020B0004020202020204" pitchFamily="34" charset="0"/>
              </a:rPr>
              <a:t>, phpMyAdmin</a:t>
            </a:r>
          </a:p>
          <a:p>
            <a:r>
              <a:rPr lang="de-DE" sz="1800" dirty="0">
                <a:latin typeface="Aptos Display" panose="020B0004020202020204" pitchFamily="34" charset="0"/>
              </a:rPr>
              <a:t>KI: Chat GPT, </a:t>
            </a:r>
            <a:r>
              <a:rPr lang="de-DE" sz="1800" dirty="0" err="1">
                <a:latin typeface="Aptos Display" panose="020B0004020202020204" pitchFamily="34" charset="0"/>
              </a:rPr>
              <a:t>Github</a:t>
            </a:r>
            <a:r>
              <a:rPr lang="de-DE" sz="1800" dirty="0">
                <a:latin typeface="Aptos Display" panose="020B0004020202020204" pitchFamily="34" charset="0"/>
              </a:rPr>
              <a:t> Copilot, Claude</a:t>
            </a:r>
          </a:p>
          <a:p>
            <a:r>
              <a:rPr lang="de-DE" sz="1800" dirty="0">
                <a:latin typeface="Aptos Display" panose="020B0004020202020204" pitchFamily="34" charset="0"/>
              </a:rPr>
              <a:t>Webtools: Postman, </a:t>
            </a:r>
            <a:r>
              <a:rPr lang="de-DE" sz="1800" dirty="0" err="1">
                <a:latin typeface="Aptos Display" panose="020B0004020202020204" pitchFamily="34" charset="0"/>
              </a:rPr>
              <a:t>Mailtrap</a:t>
            </a:r>
            <a:endParaRPr lang="de-DE" sz="1800" dirty="0">
              <a:latin typeface="Aptos Display" panose="020B0004020202020204" pitchFamily="34" charset="0"/>
            </a:endParaRPr>
          </a:p>
          <a:p>
            <a:r>
              <a:rPr lang="de-DE" sz="1800" dirty="0">
                <a:latin typeface="Aptos Display" panose="020B0004020202020204" pitchFamily="34" charset="0"/>
              </a:rPr>
              <a:t>Texturen, Bilder: unspleash.com, toptal.com/designers/</a:t>
            </a:r>
            <a:r>
              <a:rPr lang="de-DE" sz="1800" dirty="0" err="1">
                <a:latin typeface="Aptos Display" panose="020B0004020202020204" pitchFamily="34" charset="0"/>
              </a:rPr>
              <a:t>subtlepatterns</a:t>
            </a:r>
            <a:r>
              <a:rPr lang="de-DE" sz="1800" dirty="0">
                <a:latin typeface="Aptos Display" panose="020B0004020202020204" pitchFamily="34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11440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DE8D59-0EE0-6EC9-472A-989077836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C00000"/>
                </a:solidFill>
              </a:rPr>
              <a:t>Schwierigkeiten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8F4D0E-B84E-573B-FD31-E07339B27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zu oft nachträgliche Änderungen an der Datenbank</a:t>
            </a:r>
          </a:p>
          <a:p>
            <a:r>
              <a:rPr lang="de-DE" dirty="0"/>
              <a:t>2 x beschädigte Datenbank (</a:t>
            </a:r>
            <a:r>
              <a:rPr lang="de-DE" dirty="0" err="1"/>
              <a:t>mySQL</a:t>
            </a:r>
            <a:r>
              <a:rPr lang="de-DE" dirty="0"/>
              <a:t> startete überhaupt nicht mehr)</a:t>
            </a:r>
          </a:p>
          <a:p>
            <a:r>
              <a:rPr lang="de-DE" dirty="0"/>
              <a:t>1 x </a:t>
            </a:r>
            <a:r>
              <a:rPr lang="de-DE" dirty="0" err="1"/>
              <a:t>Dependencies</a:t>
            </a:r>
            <a:r>
              <a:rPr lang="de-DE" dirty="0"/>
              <a:t> zerschossen durch Downgrade von Java &amp; Springboot</a:t>
            </a:r>
          </a:p>
          <a:p>
            <a:r>
              <a:rPr lang="de-DE" dirty="0"/>
              <a:t>Endpunktvorschläge von KI übernommen (statt vom Bedarf abgeleitet)</a:t>
            </a:r>
          </a:p>
          <a:p>
            <a:r>
              <a:rPr lang="de-DE" dirty="0"/>
              <a:t>ständige nachträgliche Umbauten und Upgrades (der Architektur)</a:t>
            </a:r>
          </a:p>
          <a:p>
            <a:r>
              <a:rPr lang="de-DE" dirty="0"/>
              <a:t>bei Umbauten wurde oft auch Bestehendes wieder beschädigt</a:t>
            </a:r>
          </a:p>
          <a:p>
            <a:r>
              <a:rPr lang="de-DE" dirty="0"/>
              <a:t>Zeit, Zeit, Zeit! (läuft) </a:t>
            </a:r>
          </a:p>
        </p:txBody>
      </p:sp>
    </p:spTree>
    <p:extLst>
      <p:ext uri="{BB962C8B-B14F-4D97-AF65-F5344CB8AC3E}">
        <p14:creationId xmlns:p14="http://schemas.microsoft.com/office/powerpoint/2010/main" val="133311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EBF6-45CB-40D3-CB60-DE89395FB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14BF374-F5CF-8543-60A0-7C39DA749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8FAFC"/>
              </a:clrFrom>
              <a:clrTo>
                <a:srgbClr val="F8FA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" b="11768"/>
          <a:stretch>
            <a:fillRect/>
          </a:stretch>
        </p:blipFill>
        <p:spPr>
          <a:xfrm>
            <a:off x="1019175" y="320822"/>
            <a:ext cx="10153650" cy="621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2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CD03C-F67B-467A-4268-D7A384A0C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71EACF30-98D5-0CC6-E62E-E05B8F184F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016" y="-11864"/>
            <a:ext cx="4829968" cy="688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97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9A7CBF8-38DF-2D91-E43B-D25C2E2E7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97" b="55729"/>
          <a:stretch>
            <a:fillRect/>
          </a:stretch>
        </p:blipFill>
        <p:spPr>
          <a:xfrm>
            <a:off x="1600200" y="4977010"/>
            <a:ext cx="2717800" cy="1527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F4212A7-179C-A594-6151-9DE7A3046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87" t="25219" r="2502" b="24757"/>
          <a:stretch>
            <a:fillRect/>
          </a:stretch>
        </p:blipFill>
        <p:spPr>
          <a:xfrm>
            <a:off x="5828004" y="230783"/>
            <a:ext cx="6007100" cy="561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AF9A67C-080C-2B4E-3D84-1D8FB13F9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463" b="74215"/>
          <a:stretch>
            <a:fillRect/>
          </a:stretch>
        </p:blipFill>
        <p:spPr>
          <a:xfrm>
            <a:off x="832117" y="1175940"/>
            <a:ext cx="4253966" cy="33887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BF2459A-ABDB-4365-946D-B73A1D440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3" y="0"/>
            <a:ext cx="5821921" cy="1343124"/>
          </a:xfrm>
        </p:spPr>
        <p:txBody>
          <a:bodyPr/>
          <a:lstStyle/>
          <a:p>
            <a:r>
              <a:rPr lang="de-DE" dirty="0" err="1">
                <a:solidFill>
                  <a:srgbClr val="C00000"/>
                </a:solidFill>
              </a:rPr>
              <a:t>Mailtrap</a:t>
            </a:r>
            <a:endParaRPr lang="de-DE" dirty="0">
              <a:solidFill>
                <a:srgbClr val="C00000"/>
              </a:solidFill>
            </a:endParaRPr>
          </a:p>
        </p:txBody>
      </p:sp>
      <p:sp>
        <p:nvSpPr>
          <p:cNvPr id="9" name="Bogen 8">
            <a:extLst>
              <a:ext uri="{FF2B5EF4-FFF2-40B4-BE49-F238E27FC236}">
                <a16:creationId xmlns:a16="http://schemas.microsoft.com/office/drawing/2014/main" id="{FA5779BE-FE57-5FF6-FF48-58D6C33FE578}"/>
              </a:ext>
            </a:extLst>
          </p:cNvPr>
          <p:cNvSpPr/>
          <p:nvPr/>
        </p:nvSpPr>
        <p:spPr>
          <a:xfrm rot="21062866">
            <a:off x="3754088" y="1294557"/>
            <a:ext cx="2597150" cy="1028700"/>
          </a:xfrm>
          <a:prstGeom prst="arc">
            <a:avLst>
              <a:gd name="adj1" fmla="val 11764899"/>
              <a:gd name="adj2" fmla="val 20507228"/>
            </a:avLst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Bogen 9">
            <a:extLst>
              <a:ext uri="{FF2B5EF4-FFF2-40B4-BE49-F238E27FC236}">
                <a16:creationId xmlns:a16="http://schemas.microsoft.com/office/drawing/2014/main" id="{0C1B3F30-39AC-EC45-67C7-A9B54BD17016}"/>
              </a:ext>
            </a:extLst>
          </p:cNvPr>
          <p:cNvSpPr/>
          <p:nvPr/>
        </p:nvSpPr>
        <p:spPr>
          <a:xfrm rot="9597081">
            <a:off x="3787507" y="4560257"/>
            <a:ext cx="2597150" cy="1028700"/>
          </a:xfrm>
          <a:prstGeom prst="arc">
            <a:avLst>
              <a:gd name="adj1" fmla="val 11764899"/>
              <a:gd name="adj2" fmla="val 20507228"/>
            </a:avLst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519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B6C3E07-88D9-23F6-2921-5B8A6E5FA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60"/>
          <a:stretch>
            <a:fillRect/>
          </a:stretch>
        </p:blipFill>
        <p:spPr>
          <a:xfrm>
            <a:off x="0" y="0"/>
            <a:ext cx="11861800" cy="56385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807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C5A9E-F6A0-18B1-C631-3E1B33FA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6EB6213-0E04-4FD6-2E8A-4DC39C1C9F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5406" y="-91145"/>
            <a:ext cx="12342812" cy="829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465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C1561-49F4-9752-9130-CF6FE22D0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E843396-9950-4C7B-CE57-6F25F48B2A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4" b="68146"/>
          <a:stretch>
            <a:fillRect/>
          </a:stretch>
        </p:blipFill>
        <p:spPr>
          <a:xfrm>
            <a:off x="-1" y="0"/>
            <a:ext cx="12192001" cy="34503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C1ACA54C-3FC8-74B4-666B-6B65365DF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82" r="48340" b="5908"/>
          <a:stretch>
            <a:fillRect/>
          </a:stretch>
        </p:blipFill>
        <p:spPr>
          <a:xfrm>
            <a:off x="6096001" y="159855"/>
            <a:ext cx="5892800" cy="65284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390A07-5334-557F-C5DA-2FBA4E582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4136282"/>
            <a:ext cx="5791202" cy="1049235"/>
          </a:xfrm>
        </p:spPr>
        <p:txBody>
          <a:bodyPr/>
          <a:lstStyle/>
          <a:p>
            <a:r>
              <a:rPr lang="de-DE" dirty="0">
                <a:solidFill>
                  <a:srgbClr val="C00000"/>
                </a:solidFill>
              </a:rPr>
              <a:t>Geschachtelte Objekte im JSON</a:t>
            </a:r>
          </a:p>
        </p:txBody>
      </p:sp>
    </p:spTree>
    <p:extLst>
      <p:ext uri="{BB962C8B-B14F-4D97-AF65-F5344CB8AC3E}">
        <p14:creationId xmlns:p14="http://schemas.microsoft.com/office/powerpoint/2010/main" val="2273873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D703-0C2F-8D63-E58D-019BF744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CC03CF1-C2D4-4BD2-121F-EA23D030E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" y="64540"/>
            <a:ext cx="9944100" cy="672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38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982E6-4325-D439-FC04-A7C521339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0543939-47F1-1F53-452C-B05E7B04B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8FAFC"/>
              </a:clrFrom>
              <a:clrTo>
                <a:srgbClr val="F8FA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4" y="126206"/>
            <a:ext cx="11973232" cy="660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369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FFBE1-7049-A1B5-B477-748CAB072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E2738B-3A86-9782-62DA-955BB3F83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7449"/>
            <a:ext cx="2827256" cy="770281"/>
          </a:xfrm>
        </p:spPr>
        <p:txBody>
          <a:bodyPr/>
          <a:lstStyle/>
          <a:p>
            <a:r>
              <a:rPr lang="de-DE" dirty="0" err="1">
                <a:solidFill>
                  <a:srgbClr val="C00000"/>
                </a:solidFill>
              </a:rPr>
              <a:t>Tenant</a:t>
            </a:r>
            <a:r>
              <a:rPr lang="de-DE" dirty="0">
                <a:solidFill>
                  <a:srgbClr val="C00000"/>
                </a:solidFill>
              </a:rPr>
              <a:t>: 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E76D2F8-F5AB-282C-89D5-E88DA09012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" t="-4748" r="56298" b="38156"/>
          <a:stretch>
            <a:fillRect/>
          </a:stretch>
        </p:blipFill>
        <p:spPr>
          <a:xfrm>
            <a:off x="2966956" y="459560"/>
            <a:ext cx="8953500" cy="2286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A48D729E-1749-383E-D5CC-CCFF6F08F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83" t="41870" b="33613"/>
          <a:stretch>
            <a:fillRect/>
          </a:stretch>
        </p:blipFill>
        <p:spPr>
          <a:xfrm>
            <a:off x="165100" y="5508374"/>
            <a:ext cx="11861800" cy="10405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4C1084E0-33D0-6F24-35BD-3200AE2D6717}"/>
              </a:ext>
            </a:extLst>
          </p:cNvPr>
          <p:cNvSpPr/>
          <p:nvPr/>
        </p:nvSpPr>
        <p:spPr>
          <a:xfrm>
            <a:off x="0" y="5531444"/>
            <a:ext cx="1981200" cy="534737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E82BC8B-4996-9AA6-9479-80B740C605FA}"/>
              </a:ext>
            </a:extLst>
          </p:cNvPr>
          <p:cNvSpPr/>
          <p:nvPr/>
        </p:nvSpPr>
        <p:spPr>
          <a:xfrm>
            <a:off x="5981700" y="5531444"/>
            <a:ext cx="2346908" cy="534737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000C881-7BD0-6027-EC62-D5AA8E35DAD3}"/>
              </a:ext>
            </a:extLst>
          </p:cNvPr>
          <p:cNvSpPr/>
          <p:nvPr/>
        </p:nvSpPr>
        <p:spPr>
          <a:xfrm>
            <a:off x="10134600" y="5531444"/>
            <a:ext cx="2057400" cy="534737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CEA9DCA-9801-2CCC-C54C-43EB9C4E1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" y="3096035"/>
            <a:ext cx="5249899" cy="19527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DCB09787-0075-684B-FC2F-EE613946BE08}"/>
              </a:ext>
            </a:extLst>
          </p:cNvPr>
          <p:cNvCxnSpPr>
            <a:cxnSpLocks/>
          </p:cNvCxnSpPr>
          <p:nvPr/>
        </p:nvCxnSpPr>
        <p:spPr>
          <a:xfrm flipH="1" flipV="1">
            <a:off x="3647322" y="3541301"/>
            <a:ext cx="2448678" cy="21744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17DA4AA-778C-9890-DF78-70214DB8F150}"/>
              </a:ext>
            </a:extLst>
          </p:cNvPr>
          <p:cNvCxnSpPr>
            <a:cxnSpLocks/>
          </p:cNvCxnSpPr>
          <p:nvPr/>
        </p:nvCxnSpPr>
        <p:spPr>
          <a:xfrm>
            <a:off x="4064000" y="2197100"/>
            <a:ext cx="6326106" cy="31808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135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2CF59-F2B1-D9F0-5B85-0530075DB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A6EFBC-5A0F-E17D-8875-8F4DCAC4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494" y="6202114"/>
            <a:ext cx="8643011" cy="5515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 err="1">
                <a:solidFill>
                  <a:srgbClr val="C00000"/>
                </a:solidFill>
              </a:rPr>
              <a:t>Datenbank</a:t>
            </a:r>
            <a:r>
              <a:rPr lang="en-US" sz="3600" dirty="0">
                <a:solidFill>
                  <a:srgbClr val="C00000"/>
                </a:solidFill>
              </a:rPr>
              <a:t>-Design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2E3B0FB-61C2-217A-E644-1308D77D7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18" y="203561"/>
            <a:ext cx="8452976" cy="47970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A64C18F-A806-1674-B6EF-9E6ACADD246D}"/>
              </a:ext>
            </a:extLst>
          </p:cNvPr>
          <p:cNvSpPr txBox="1"/>
          <p:nvPr/>
        </p:nvSpPr>
        <p:spPr>
          <a:xfrm rot="20841001">
            <a:off x="1213889" y="792301"/>
            <a:ext cx="40052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de-DE" sz="2800" dirty="0">
                <a:latin typeface="Amasis MT Pro Black" panose="02040A04050005020304" pitchFamily="18" charset="0"/>
              </a:rPr>
              <a:t>Daten des Users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de-DE" sz="2800" dirty="0">
                <a:latin typeface="Amasis MT Pro Black" panose="02040A04050005020304" pitchFamily="18" charset="0"/>
              </a:rPr>
              <a:t>„eine DB je User“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DB916687-A5EB-64B9-6C34-ACCFB7E26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4109540"/>
            <a:ext cx="8314950" cy="20163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FF0000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963CE5B-8BFC-1017-E976-F857C882F7C8}"/>
              </a:ext>
            </a:extLst>
          </p:cNvPr>
          <p:cNvSpPr txBox="1"/>
          <p:nvPr/>
        </p:nvSpPr>
        <p:spPr>
          <a:xfrm>
            <a:off x="7049745" y="5048116"/>
            <a:ext cx="43894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de-DE" sz="2800" dirty="0">
                <a:solidFill>
                  <a:srgbClr val="FF0000"/>
                </a:solidFill>
                <a:latin typeface="Amasis MT Pro Black" panose="02040A04050005020304" pitchFamily="18" charset="0"/>
              </a:rPr>
              <a:t>Authentifizierungs-</a:t>
            </a:r>
            <a:br>
              <a:rPr lang="de-DE" sz="2800" dirty="0">
                <a:solidFill>
                  <a:srgbClr val="FF0000"/>
                </a:solidFill>
                <a:latin typeface="Amasis MT Pro Black" panose="02040A04050005020304" pitchFamily="18" charset="0"/>
              </a:rPr>
            </a:br>
            <a:r>
              <a:rPr lang="de-DE" sz="2800" dirty="0">
                <a:solidFill>
                  <a:srgbClr val="FF0000"/>
                </a:solidFill>
                <a:latin typeface="Amasis MT Pro Black" panose="02040A04050005020304" pitchFamily="18" charset="0"/>
              </a:rPr>
              <a:t>Datenbank</a:t>
            </a:r>
          </a:p>
        </p:txBody>
      </p:sp>
    </p:spTree>
    <p:extLst>
      <p:ext uri="{BB962C8B-B14F-4D97-AF65-F5344CB8AC3E}">
        <p14:creationId xmlns:p14="http://schemas.microsoft.com/office/powerpoint/2010/main" val="3080465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069A-BC3A-13B4-2818-60D6A3936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074543C-1BF3-A4F4-A2ED-29BA97630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96" y="0"/>
            <a:ext cx="11141208" cy="687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35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21457-C3DB-AC68-48CF-CB56A33AE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C00000"/>
                </a:solidFill>
              </a:rPr>
              <a:t>Live-Demo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99FEC8-CE93-63AF-550F-10D1706C0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Geplante weitere Features:</a:t>
            </a:r>
          </a:p>
          <a:p>
            <a:r>
              <a:rPr lang="de-DE" dirty="0"/>
              <a:t>bessere Farbpalette </a:t>
            </a:r>
          </a:p>
          <a:p>
            <a:r>
              <a:rPr lang="de-DE" dirty="0" err="1"/>
              <a:t>UserAdresse</a:t>
            </a:r>
            <a:r>
              <a:rPr lang="de-DE" dirty="0"/>
              <a:t> + Entfernung und Fahrtdauer per </a:t>
            </a:r>
            <a:r>
              <a:rPr lang="de-DE" dirty="0" err="1"/>
              <a:t>GeoAPIfy</a:t>
            </a:r>
            <a:r>
              <a:rPr lang="de-DE" dirty="0"/>
              <a:t> ermitteln</a:t>
            </a:r>
          </a:p>
          <a:p>
            <a:r>
              <a:rPr lang="de-DE" dirty="0"/>
              <a:t>URL =&gt; Firmeninfos automatisiert lesen, eindampfen, per API an KI übergeben für Zusammenfassung, diese einsetzen in Feld Firmen-Summary</a:t>
            </a:r>
          </a:p>
          <a:p>
            <a:r>
              <a:rPr lang="de-DE" dirty="0"/>
              <a:t>Zeitachsen-Ansicht wie bei Multi-EPG (vertikal: Jobs, waagrecht: Zeitachse, Kommunikation = Eintrag, + Erinnerungen automatisiert </a:t>
            </a:r>
          </a:p>
        </p:txBody>
      </p:sp>
    </p:spTree>
    <p:extLst>
      <p:ext uri="{BB962C8B-B14F-4D97-AF65-F5344CB8AC3E}">
        <p14:creationId xmlns:p14="http://schemas.microsoft.com/office/powerpoint/2010/main" val="276562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0CB94-6CC0-7F36-E9CD-A3C1D1DC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C80D25E9-8CB3-4FCC-F409-72D4F2025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659"/>
          <a:stretch>
            <a:fillRect/>
          </a:stretch>
        </p:blipFill>
        <p:spPr>
          <a:xfrm>
            <a:off x="8616248" y="2475281"/>
            <a:ext cx="3120227" cy="2884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35E2D79-08DF-82A1-871D-4F12642E5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10" y="675968"/>
            <a:ext cx="7831312" cy="4683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C0DFDB4F-D564-5CDB-CE3E-CC789604BA80}"/>
              </a:ext>
            </a:extLst>
          </p:cNvPr>
          <p:cNvSpPr txBox="1">
            <a:spLocks/>
          </p:cNvSpPr>
          <p:nvPr/>
        </p:nvSpPr>
        <p:spPr>
          <a:xfrm rot="20961358">
            <a:off x="8598632" y="651951"/>
            <a:ext cx="2977659" cy="1049235"/>
          </a:xfrm>
          <a:custGeom>
            <a:avLst/>
            <a:gdLst>
              <a:gd name="csX0" fmla="*/ 0 w 2977659"/>
              <a:gd name="csY0" fmla="*/ 0 h 1049235"/>
              <a:gd name="csX1" fmla="*/ 655085 w 2977659"/>
              <a:gd name="csY1" fmla="*/ 0 h 1049235"/>
              <a:gd name="csX2" fmla="*/ 1280393 w 2977659"/>
              <a:gd name="csY2" fmla="*/ 0 h 1049235"/>
              <a:gd name="csX3" fmla="*/ 1905702 w 2977659"/>
              <a:gd name="csY3" fmla="*/ 0 h 1049235"/>
              <a:gd name="csX4" fmla="*/ 2411904 w 2977659"/>
              <a:gd name="csY4" fmla="*/ 0 h 1049235"/>
              <a:gd name="csX5" fmla="*/ 2977659 w 2977659"/>
              <a:gd name="csY5" fmla="*/ 0 h 1049235"/>
              <a:gd name="csX6" fmla="*/ 2977659 w 2977659"/>
              <a:gd name="csY6" fmla="*/ 535110 h 1049235"/>
              <a:gd name="csX7" fmla="*/ 2977659 w 2977659"/>
              <a:gd name="csY7" fmla="*/ 1049235 h 1049235"/>
              <a:gd name="csX8" fmla="*/ 2382127 w 2977659"/>
              <a:gd name="csY8" fmla="*/ 1049235 h 1049235"/>
              <a:gd name="csX9" fmla="*/ 1875925 w 2977659"/>
              <a:gd name="csY9" fmla="*/ 1049235 h 1049235"/>
              <a:gd name="csX10" fmla="*/ 1369723 w 2977659"/>
              <a:gd name="csY10" fmla="*/ 1049235 h 1049235"/>
              <a:gd name="csX11" fmla="*/ 744415 w 2977659"/>
              <a:gd name="csY11" fmla="*/ 1049235 h 1049235"/>
              <a:gd name="csX12" fmla="*/ 0 w 2977659"/>
              <a:gd name="csY12" fmla="*/ 1049235 h 1049235"/>
              <a:gd name="csX13" fmla="*/ 0 w 2977659"/>
              <a:gd name="csY13" fmla="*/ 503633 h 1049235"/>
              <a:gd name="csX14" fmla="*/ 0 w 2977659"/>
              <a:gd name="csY14" fmla="*/ 0 h 1049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977659" h="1049235" fill="none" extrusionOk="0">
                <a:moveTo>
                  <a:pt x="0" y="0"/>
                </a:moveTo>
                <a:cubicBezTo>
                  <a:pt x="291403" y="-55786"/>
                  <a:pt x="423642" y="78468"/>
                  <a:pt x="655085" y="0"/>
                </a:cubicBezTo>
                <a:cubicBezTo>
                  <a:pt x="886528" y="-78468"/>
                  <a:pt x="1051641" y="52459"/>
                  <a:pt x="1280393" y="0"/>
                </a:cubicBezTo>
                <a:cubicBezTo>
                  <a:pt x="1509145" y="-52459"/>
                  <a:pt x="1700877" y="60572"/>
                  <a:pt x="1905702" y="0"/>
                </a:cubicBezTo>
                <a:cubicBezTo>
                  <a:pt x="2110527" y="-60572"/>
                  <a:pt x="2247044" y="42392"/>
                  <a:pt x="2411904" y="0"/>
                </a:cubicBezTo>
                <a:cubicBezTo>
                  <a:pt x="2576764" y="-42392"/>
                  <a:pt x="2733170" y="42505"/>
                  <a:pt x="2977659" y="0"/>
                </a:cubicBezTo>
                <a:cubicBezTo>
                  <a:pt x="3017189" y="181572"/>
                  <a:pt x="2959811" y="343049"/>
                  <a:pt x="2977659" y="535110"/>
                </a:cubicBezTo>
                <a:cubicBezTo>
                  <a:pt x="2995507" y="727171"/>
                  <a:pt x="2920416" y="801778"/>
                  <a:pt x="2977659" y="1049235"/>
                </a:cubicBezTo>
                <a:cubicBezTo>
                  <a:pt x="2739775" y="1058750"/>
                  <a:pt x="2592023" y="1045914"/>
                  <a:pt x="2382127" y="1049235"/>
                </a:cubicBezTo>
                <a:cubicBezTo>
                  <a:pt x="2172231" y="1052556"/>
                  <a:pt x="2102368" y="1019938"/>
                  <a:pt x="1875925" y="1049235"/>
                </a:cubicBezTo>
                <a:cubicBezTo>
                  <a:pt x="1649482" y="1078532"/>
                  <a:pt x="1529611" y="1009698"/>
                  <a:pt x="1369723" y="1049235"/>
                </a:cubicBezTo>
                <a:cubicBezTo>
                  <a:pt x="1209835" y="1088772"/>
                  <a:pt x="990213" y="980557"/>
                  <a:pt x="744415" y="1049235"/>
                </a:cubicBezTo>
                <a:cubicBezTo>
                  <a:pt x="498617" y="1117913"/>
                  <a:pt x="297058" y="997609"/>
                  <a:pt x="0" y="1049235"/>
                </a:cubicBezTo>
                <a:cubicBezTo>
                  <a:pt x="-60751" y="852886"/>
                  <a:pt x="18292" y="698970"/>
                  <a:pt x="0" y="503633"/>
                </a:cubicBezTo>
                <a:cubicBezTo>
                  <a:pt x="-18292" y="308296"/>
                  <a:pt x="8881" y="234831"/>
                  <a:pt x="0" y="0"/>
                </a:cubicBezTo>
                <a:close/>
              </a:path>
              <a:path w="2977659" h="1049235" stroke="0" extrusionOk="0">
                <a:moveTo>
                  <a:pt x="0" y="0"/>
                </a:moveTo>
                <a:cubicBezTo>
                  <a:pt x="194944" y="-59643"/>
                  <a:pt x="446905" y="62848"/>
                  <a:pt x="565755" y="0"/>
                </a:cubicBezTo>
                <a:cubicBezTo>
                  <a:pt x="684606" y="-62848"/>
                  <a:pt x="895456" y="60607"/>
                  <a:pt x="1071957" y="0"/>
                </a:cubicBezTo>
                <a:cubicBezTo>
                  <a:pt x="1248458" y="-60607"/>
                  <a:pt x="1566518" y="21714"/>
                  <a:pt x="1727042" y="0"/>
                </a:cubicBezTo>
                <a:cubicBezTo>
                  <a:pt x="1887567" y="-21714"/>
                  <a:pt x="2137726" y="30989"/>
                  <a:pt x="2292797" y="0"/>
                </a:cubicBezTo>
                <a:cubicBezTo>
                  <a:pt x="2447869" y="-30989"/>
                  <a:pt x="2673076" y="47603"/>
                  <a:pt x="2977659" y="0"/>
                </a:cubicBezTo>
                <a:cubicBezTo>
                  <a:pt x="3013680" y="161485"/>
                  <a:pt x="2942980" y="404507"/>
                  <a:pt x="2977659" y="545602"/>
                </a:cubicBezTo>
                <a:cubicBezTo>
                  <a:pt x="3012338" y="686697"/>
                  <a:pt x="2927742" y="944093"/>
                  <a:pt x="2977659" y="1049235"/>
                </a:cubicBezTo>
                <a:cubicBezTo>
                  <a:pt x="2824714" y="1081521"/>
                  <a:pt x="2629725" y="1018974"/>
                  <a:pt x="2382127" y="1049235"/>
                </a:cubicBezTo>
                <a:cubicBezTo>
                  <a:pt x="2134529" y="1079496"/>
                  <a:pt x="2092923" y="1031935"/>
                  <a:pt x="1875925" y="1049235"/>
                </a:cubicBezTo>
                <a:cubicBezTo>
                  <a:pt x="1658927" y="1066535"/>
                  <a:pt x="1504235" y="1034620"/>
                  <a:pt x="1280393" y="1049235"/>
                </a:cubicBezTo>
                <a:cubicBezTo>
                  <a:pt x="1056551" y="1063850"/>
                  <a:pt x="974920" y="987976"/>
                  <a:pt x="684862" y="1049235"/>
                </a:cubicBezTo>
                <a:cubicBezTo>
                  <a:pt x="394804" y="1110494"/>
                  <a:pt x="326441" y="995490"/>
                  <a:pt x="0" y="1049235"/>
                </a:cubicBezTo>
                <a:cubicBezTo>
                  <a:pt x="-56095" y="818267"/>
                  <a:pt x="33137" y="674822"/>
                  <a:pt x="0" y="503633"/>
                </a:cubicBezTo>
                <a:cubicBezTo>
                  <a:pt x="-33137" y="332444"/>
                  <a:pt x="22125" y="149278"/>
                  <a:pt x="0" y="0"/>
                </a:cubicBezTo>
                <a:close/>
              </a:path>
            </a:pathLst>
          </a:custGeom>
          <a:solidFill>
            <a:srgbClr val="C00000">
              <a:alpha val="23000"/>
            </a:srgbClr>
          </a:solidFill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C00000"/>
                </a:solidFill>
              </a:rPr>
              <a:t>DEV-Tools</a:t>
            </a:r>
          </a:p>
        </p:txBody>
      </p:sp>
    </p:spTree>
    <p:extLst>
      <p:ext uri="{BB962C8B-B14F-4D97-AF65-F5344CB8AC3E}">
        <p14:creationId xmlns:p14="http://schemas.microsoft.com/office/powerpoint/2010/main" val="510332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E88F5-6041-C195-D7D0-7F30E1F1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nhaltsplatzhalter 20">
            <a:extLst>
              <a:ext uri="{FF2B5EF4-FFF2-40B4-BE49-F238E27FC236}">
                <a16:creationId xmlns:a16="http://schemas.microsoft.com/office/drawing/2014/main" id="{9FBFDBA4-4BB8-4B5B-79A3-4CC8BCF43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17" b="78325"/>
          <a:stretch>
            <a:fillRect/>
          </a:stretch>
        </p:blipFill>
        <p:spPr>
          <a:xfrm>
            <a:off x="242093" y="1882753"/>
            <a:ext cx="11736091" cy="2079647"/>
          </a:xfrm>
          <a:prstGeom prst="rect">
            <a:avLst/>
          </a:prstGeom>
        </p:spPr>
      </p:pic>
      <p:sp>
        <p:nvSpPr>
          <p:cNvPr id="22" name="Titel 1">
            <a:extLst>
              <a:ext uri="{FF2B5EF4-FFF2-40B4-BE49-F238E27FC236}">
                <a16:creationId xmlns:a16="http://schemas.microsoft.com/office/drawing/2014/main" id="{EC6E59A6-D16B-9642-33C9-64B0E25EC9E3}"/>
              </a:ext>
            </a:extLst>
          </p:cNvPr>
          <p:cNvSpPr txBox="1">
            <a:spLocks/>
          </p:cNvSpPr>
          <p:nvPr/>
        </p:nvSpPr>
        <p:spPr>
          <a:xfrm rot="20961358">
            <a:off x="7618547" y="684152"/>
            <a:ext cx="4045944" cy="1049235"/>
          </a:xfrm>
          <a:custGeom>
            <a:avLst/>
            <a:gdLst>
              <a:gd name="csX0" fmla="*/ 0 w 4045944"/>
              <a:gd name="csY0" fmla="*/ 0 h 1049235"/>
              <a:gd name="csX1" fmla="*/ 497073 w 4045944"/>
              <a:gd name="csY1" fmla="*/ 0 h 1049235"/>
              <a:gd name="csX2" fmla="*/ 1115525 w 4045944"/>
              <a:gd name="csY2" fmla="*/ 0 h 1049235"/>
              <a:gd name="csX3" fmla="*/ 1653057 w 4045944"/>
              <a:gd name="csY3" fmla="*/ 0 h 1049235"/>
              <a:gd name="csX4" fmla="*/ 2150130 w 4045944"/>
              <a:gd name="csY4" fmla="*/ 0 h 1049235"/>
              <a:gd name="csX5" fmla="*/ 2768582 w 4045944"/>
              <a:gd name="csY5" fmla="*/ 0 h 1049235"/>
              <a:gd name="csX6" fmla="*/ 3346574 w 4045944"/>
              <a:gd name="csY6" fmla="*/ 0 h 1049235"/>
              <a:gd name="csX7" fmla="*/ 4045944 w 4045944"/>
              <a:gd name="csY7" fmla="*/ 0 h 1049235"/>
              <a:gd name="csX8" fmla="*/ 4045944 w 4045944"/>
              <a:gd name="csY8" fmla="*/ 545602 h 1049235"/>
              <a:gd name="csX9" fmla="*/ 4045944 w 4045944"/>
              <a:gd name="csY9" fmla="*/ 1049235 h 1049235"/>
              <a:gd name="csX10" fmla="*/ 3548871 w 4045944"/>
              <a:gd name="csY10" fmla="*/ 1049235 h 1049235"/>
              <a:gd name="csX11" fmla="*/ 3092257 w 4045944"/>
              <a:gd name="csY11" fmla="*/ 1049235 h 1049235"/>
              <a:gd name="csX12" fmla="*/ 2473806 w 4045944"/>
              <a:gd name="csY12" fmla="*/ 1049235 h 1049235"/>
              <a:gd name="csX13" fmla="*/ 1976733 w 4045944"/>
              <a:gd name="csY13" fmla="*/ 1049235 h 1049235"/>
              <a:gd name="csX14" fmla="*/ 1358281 w 4045944"/>
              <a:gd name="csY14" fmla="*/ 1049235 h 1049235"/>
              <a:gd name="csX15" fmla="*/ 699370 w 4045944"/>
              <a:gd name="csY15" fmla="*/ 1049235 h 1049235"/>
              <a:gd name="csX16" fmla="*/ 0 w 4045944"/>
              <a:gd name="csY16" fmla="*/ 1049235 h 1049235"/>
              <a:gd name="csX17" fmla="*/ 0 w 4045944"/>
              <a:gd name="csY17" fmla="*/ 503633 h 1049235"/>
              <a:gd name="csX18" fmla="*/ 0 w 4045944"/>
              <a:gd name="csY18" fmla="*/ 0 h 1049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045944" h="1049235" fill="none" extrusionOk="0">
                <a:moveTo>
                  <a:pt x="0" y="0"/>
                </a:moveTo>
                <a:cubicBezTo>
                  <a:pt x="185839" y="-3281"/>
                  <a:pt x="380017" y="58436"/>
                  <a:pt x="497073" y="0"/>
                </a:cubicBezTo>
                <a:cubicBezTo>
                  <a:pt x="614129" y="-58436"/>
                  <a:pt x="845851" y="55269"/>
                  <a:pt x="1115525" y="0"/>
                </a:cubicBezTo>
                <a:cubicBezTo>
                  <a:pt x="1385199" y="-55269"/>
                  <a:pt x="1522816" y="30656"/>
                  <a:pt x="1653057" y="0"/>
                </a:cubicBezTo>
                <a:cubicBezTo>
                  <a:pt x="1783298" y="-30656"/>
                  <a:pt x="1952308" y="49166"/>
                  <a:pt x="2150130" y="0"/>
                </a:cubicBezTo>
                <a:cubicBezTo>
                  <a:pt x="2347952" y="-49166"/>
                  <a:pt x="2525566" y="12770"/>
                  <a:pt x="2768582" y="0"/>
                </a:cubicBezTo>
                <a:cubicBezTo>
                  <a:pt x="3011598" y="-12770"/>
                  <a:pt x="3214677" y="10478"/>
                  <a:pt x="3346574" y="0"/>
                </a:cubicBezTo>
                <a:cubicBezTo>
                  <a:pt x="3478471" y="-10478"/>
                  <a:pt x="3748045" y="52130"/>
                  <a:pt x="4045944" y="0"/>
                </a:cubicBezTo>
                <a:cubicBezTo>
                  <a:pt x="4076511" y="133181"/>
                  <a:pt x="4024155" y="315437"/>
                  <a:pt x="4045944" y="545602"/>
                </a:cubicBezTo>
                <a:cubicBezTo>
                  <a:pt x="4067733" y="775767"/>
                  <a:pt x="4022760" y="829659"/>
                  <a:pt x="4045944" y="1049235"/>
                </a:cubicBezTo>
                <a:cubicBezTo>
                  <a:pt x="3817053" y="1104802"/>
                  <a:pt x="3706476" y="1032362"/>
                  <a:pt x="3548871" y="1049235"/>
                </a:cubicBezTo>
                <a:cubicBezTo>
                  <a:pt x="3391266" y="1066108"/>
                  <a:pt x="3310875" y="1015879"/>
                  <a:pt x="3092257" y="1049235"/>
                </a:cubicBezTo>
                <a:cubicBezTo>
                  <a:pt x="2873639" y="1082591"/>
                  <a:pt x="2612134" y="1047129"/>
                  <a:pt x="2473806" y="1049235"/>
                </a:cubicBezTo>
                <a:cubicBezTo>
                  <a:pt x="2335478" y="1051341"/>
                  <a:pt x="2137131" y="1008546"/>
                  <a:pt x="1976733" y="1049235"/>
                </a:cubicBezTo>
                <a:cubicBezTo>
                  <a:pt x="1816335" y="1089924"/>
                  <a:pt x="1624076" y="1020989"/>
                  <a:pt x="1358281" y="1049235"/>
                </a:cubicBezTo>
                <a:cubicBezTo>
                  <a:pt x="1092486" y="1077481"/>
                  <a:pt x="889513" y="995916"/>
                  <a:pt x="699370" y="1049235"/>
                </a:cubicBezTo>
                <a:cubicBezTo>
                  <a:pt x="509227" y="1102554"/>
                  <a:pt x="237335" y="1022018"/>
                  <a:pt x="0" y="1049235"/>
                </a:cubicBezTo>
                <a:cubicBezTo>
                  <a:pt x="-29064" y="908216"/>
                  <a:pt x="6363" y="751325"/>
                  <a:pt x="0" y="503633"/>
                </a:cubicBezTo>
                <a:cubicBezTo>
                  <a:pt x="-6363" y="255941"/>
                  <a:pt x="44813" y="127050"/>
                  <a:pt x="0" y="0"/>
                </a:cubicBezTo>
                <a:close/>
              </a:path>
              <a:path w="4045944" h="1049235" stroke="0" extrusionOk="0">
                <a:moveTo>
                  <a:pt x="0" y="0"/>
                </a:moveTo>
                <a:cubicBezTo>
                  <a:pt x="180568" y="-13104"/>
                  <a:pt x="361647" y="21785"/>
                  <a:pt x="537533" y="0"/>
                </a:cubicBezTo>
                <a:cubicBezTo>
                  <a:pt x="713419" y="-21785"/>
                  <a:pt x="840209" y="33801"/>
                  <a:pt x="994146" y="0"/>
                </a:cubicBezTo>
                <a:cubicBezTo>
                  <a:pt x="1148083" y="-33801"/>
                  <a:pt x="1446897" y="40097"/>
                  <a:pt x="1653057" y="0"/>
                </a:cubicBezTo>
                <a:cubicBezTo>
                  <a:pt x="1859217" y="-40097"/>
                  <a:pt x="2060293" y="46660"/>
                  <a:pt x="2190590" y="0"/>
                </a:cubicBezTo>
                <a:cubicBezTo>
                  <a:pt x="2320887" y="-46660"/>
                  <a:pt x="2573496" y="12223"/>
                  <a:pt x="2728122" y="0"/>
                </a:cubicBezTo>
                <a:cubicBezTo>
                  <a:pt x="2882748" y="-12223"/>
                  <a:pt x="3248489" y="13618"/>
                  <a:pt x="3387033" y="0"/>
                </a:cubicBezTo>
                <a:cubicBezTo>
                  <a:pt x="3525577" y="-13618"/>
                  <a:pt x="3855152" y="3977"/>
                  <a:pt x="4045944" y="0"/>
                </a:cubicBezTo>
                <a:cubicBezTo>
                  <a:pt x="4086890" y="174104"/>
                  <a:pt x="4034117" y="315690"/>
                  <a:pt x="4045944" y="545602"/>
                </a:cubicBezTo>
                <a:cubicBezTo>
                  <a:pt x="4057771" y="775514"/>
                  <a:pt x="4019521" y="929815"/>
                  <a:pt x="4045944" y="1049235"/>
                </a:cubicBezTo>
                <a:cubicBezTo>
                  <a:pt x="3856873" y="1097389"/>
                  <a:pt x="3699910" y="1046732"/>
                  <a:pt x="3548871" y="1049235"/>
                </a:cubicBezTo>
                <a:cubicBezTo>
                  <a:pt x="3397832" y="1051738"/>
                  <a:pt x="3124371" y="1002414"/>
                  <a:pt x="2970879" y="1049235"/>
                </a:cubicBezTo>
                <a:cubicBezTo>
                  <a:pt x="2817387" y="1096056"/>
                  <a:pt x="2639977" y="1047646"/>
                  <a:pt x="2433346" y="1049235"/>
                </a:cubicBezTo>
                <a:cubicBezTo>
                  <a:pt x="2226715" y="1050824"/>
                  <a:pt x="1989385" y="980623"/>
                  <a:pt x="1774435" y="1049235"/>
                </a:cubicBezTo>
                <a:cubicBezTo>
                  <a:pt x="1559485" y="1117847"/>
                  <a:pt x="1338191" y="1000488"/>
                  <a:pt x="1115525" y="1049235"/>
                </a:cubicBezTo>
                <a:cubicBezTo>
                  <a:pt x="892859" y="1097982"/>
                  <a:pt x="845660" y="992458"/>
                  <a:pt x="618451" y="1049235"/>
                </a:cubicBezTo>
                <a:cubicBezTo>
                  <a:pt x="391242" y="1106012"/>
                  <a:pt x="283440" y="1048306"/>
                  <a:pt x="0" y="1049235"/>
                </a:cubicBezTo>
                <a:cubicBezTo>
                  <a:pt x="-29784" y="862247"/>
                  <a:pt x="4934" y="705408"/>
                  <a:pt x="0" y="503633"/>
                </a:cubicBezTo>
                <a:cubicBezTo>
                  <a:pt x="-4934" y="301858"/>
                  <a:pt x="9780" y="251420"/>
                  <a:pt x="0" y="0"/>
                </a:cubicBezTo>
                <a:close/>
              </a:path>
            </a:pathLst>
          </a:custGeom>
          <a:solidFill>
            <a:srgbClr val="C00000">
              <a:alpha val="23000"/>
            </a:srgbClr>
          </a:solidFill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C00000"/>
                </a:solidFill>
              </a:rPr>
              <a:t>KI - Tipps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8138285-0EE9-4149-E234-B02536357BEB}"/>
              </a:ext>
            </a:extLst>
          </p:cNvPr>
          <p:cNvSpPr txBox="1"/>
          <p:nvPr/>
        </p:nvSpPr>
        <p:spPr>
          <a:xfrm>
            <a:off x="242093" y="4153685"/>
            <a:ext cx="10299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latin typeface="Aptos Display" panose="020B0004020202020204" pitchFamily="34" charset="0"/>
              </a:rPr>
              <a:t>KI in eigenen Worten wiederholen lassen, was sie verstanden hat.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latin typeface="Aptos Display" panose="020B0004020202020204" pitchFamily="34" charset="0"/>
              </a:rPr>
              <a:t>Immer mitdenken, hinterfragen, nachfragen.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latin typeface="Aptos Display" panose="020B0004020202020204" pitchFamily="34" charset="0"/>
              </a:rPr>
              <a:t>Konzepte erklären lassen, bis man sie verstanden hat.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latin typeface="Aptos Display" panose="020B0004020202020204" pitchFamily="34" charset="0"/>
              </a:rPr>
              <a:t>Planungsphase explizit einfordern.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latin typeface="Aptos Display" panose="020B0004020202020204" pitchFamily="34" charset="0"/>
              </a:rPr>
              <a:t>KI auffordern viele Kommentare im Code zu machen. 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84516C6-5F5F-3211-8FC9-79BC7F0A894B}"/>
              </a:ext>
            </a:extLst>
          </p:cNvPr>
          <p:cNvSpPr txBox="1"/>
          <p:nvPr/>
        </p:nvSpPr>
        <p:spPr>
          <a:xfrm>
            <a:off x="173316" y="121808"/>
            <a:ext cx="73831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latin typeface="Aptos Display" panose="020B0004020202020204" pitchFamily="34" charset="0"/>
              </a:rPr>
              <a:t>KI denkt manchmal zu kompliziert.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latin typeface="Aptos Display" panose="020B0004020202020204" pitchFamily="34" charset="0"/>
              </a:rPr>
              <a:t>KI macht auch Fehler.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latin typeface="Aptos Display" panose="020B0004020202020204" pitchFamily="34" charset="0"/>
              </a:rPr>
              <a:t>KI-Agenten schreiten oft zu schnell zur Tat.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latin typeface="Aptos Display" panose="020B0004020202020204" pitchFamily="34" charset="0"/>
              </a:rPr>
              <a:t>KI hinterfragt einmal begonnene Versuche lange nicht.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7353FC3-1995-D525-D3C9-B32FC51331AA}"/>
              </a:ext>
            </a:extLst>
          </p:cNvPr>
          <p:cNvSpPr txBox="1"/>
          <p:nvPr/>
        </p:nvSpPr>
        <p:spPr>
          <a:xfrm>
            <a:off x="5924550" y="-275370"/>
            <a:ext cx="18288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50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de-DE" sz="11500" dirty="0">
              <a:solidFill>
                <a:srgbClr val="FF0000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BFEA9AE-F5C0-6696-2BA4-668FCAE1B628}"/>
              </a:ext>
            </a:extLst>
          </p:cNvPr>
          <p:cNvSpPr txBox="1"/>
          <p:nvPr/>
        </p:nvSpPr>
        <p:spPr>
          <a:xfrm>
            <a:off x="7953375" y="4258475"/>
            <a:ext cx="18288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5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de-DE" sz="115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34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  <p:bldP spid="27" grpId="0" build="p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14772-E910-B8DC-3FA6-9255E5B7D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C203EDD-7A50-58C7-24C6-7FD07B553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26"/>
          <a:stretch>
            <a:fillRect/>
          </a:stretch>
        </p:blipFill>
        <p:spPr>
          <a:xfrm>
            <a:off x="188568" y="270701"/>
            <a:ext cx="8942732" cy="5594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1F1781A9-5639-9A9B-9BE0-3AECB234110C}"/>
              </a:ext>
            </a:extLst>
          </p:cNvPr>
          <p:cNvSpPr txBox="1">
            <a:spLocks/>
          </p:cNvSpPr>
          <p:nvPr/>
        </p:nvSpPr>
        <p:spPr>
          <a:xfrm rot="20961358">
            <a:off x="9758977" y="504217"/>
            <a:ext cx="1810079" cy="1049235"/>
          </a:xfrm>
          <a:custGeom>
            <a:avLst/>
            <a:gdLst>
              <a:gd name="csX0" fmla="*/ 0 w 1810079"/>
              <a:gd name="csY0" fmla="*/ 0 h 1049235"/>
              <a:gd name="csX1" fmla="*/ 434419 w 1810079"/>
              <a:gd name="csY1" fmla="*/ 0 h 1049235"/>
              <a:gd name="csX2" fmla="*/ 886939 w 1810079"/>
              <a:gd name="csY2" fmla="*/ 0 h 1049235"/>
              <a:gd name="csX3" fmla="*/ 1357559 w 1810079"/>
              <a:gd name="csY3" fmla="*/ 0 h 1049235"/>
              <a:gd name="csX4" fmla="*/ 1810079 w 1810079"/>
              <a:gd name="csY4" fmla="*/ 0 h 1049235"/>
              <a:gd name="csX5" fmla="*/ 1810079 w 1810079"/>
              <a:gd name="csY5" fmla="*/ 535110 h 1049235"/>
              <a:gd name="csX6" fmla="*/ 1810079 w 1810079"/>
              <a:gd name="csY6" fmla="*/ 1049235 h 1049235"/>
              <a:gd name="csX7" fmla="*/ 1321358 w 1810079"/>
              <a:gd name="csY7" fmla="*/ 1049235 h 1049235"/>
              <a:gd name="csX8" fmla="*/ 832636 w 1810079"/>
              <a:gd name="csY8" fmla="*/ 1049235 h 1049235"/>
              <a:gd name="csX9" fmla="*/ 0 w 1810079"/>
              <a:gd name="csY9" fmla="*/ 1049235 h 1049235"/>
              <a:gd name="csX10" fmla="*/ 0 w 1810079"/>
              <a:gd name="csY10" fmla="*/ 535110 h 1049235"/>
              <a:gd name="csX11" fmla="*/ 0 w 1810079"/>
              <a:gd name="csY11" fmla="*/ 0 h 1049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810079" h="1049235" fill="none" extrusionOk="0">
                <a:moveTo>
                  <a:pt x="0" y="0"/>
                </a:moveTo>
                <a:cubicBezTo>
                  <a:pt x="154015" y="-24079"/>
                  <a:pt x="308169" y="7074"/>
                  <a:pt x="434419" y="0"/>
                </a:cubicBezTo>
                <a:cubicBezTo>
                  <a:pt x="560669" y="-7074"/>
                  <a:pt x="679885" y="16138"/>
                  <a:pt x="886939" y="0"/>
                </a:cubicBezTo>
                <a:cubicBezTo>
                  <a:pt x="1093993" y="-16138"/>
                  <a:pt x="1251283" y="46135"/>
                  <a:pt x="1357559" y="0"/>
                </a:cubicBezTo>
                <a:cubicBezTo>
                  <a:pt x="1463835" y="-46135"/>
                  <a:pt x="1656917" y="343"/>
                  <a:pt x="1810079" y="0"/>
                </a:cubicBezTo>
                <a:cubicBezTo>
                  <a:pt x="1858612" y="191392"/>
                  <a:pt x="1760996" y="400665"/>
                  <a:pt x="1810079" y="535110"/>
                </a:cubicBezTo>
                <a:cubicBezTo>
                  <a:pt x="1859162" y="669555"/>
                  <a:pt x="1765066" y="862195"/>
                  <a:pt x="1810079" y="1049235"/>
                </a:cubicBezTo>
                <a:cubicBezTo>
                  <a:pt x="1567721" y="1089467"/>
                  <a:pt x="1500975" y="994787"/>
                  <a:pt x="1321358" y="1049235"/>
                </a:cubicBezTo>
                <a:cubicBezTo>
                  <a:pt x="1141741" y="1103683"/>
                  <a:pt x="1006925" y="1023280"/>
                  <a:pt x="832636" y="1049235"/>
                </a:cubicBezTo>
                <a:cubicBezTo>
                  <a:pt x="658347" y="1075190"/>
                  <a:pt x="312876" y="999220"/>
                  <a:pt x="0" y="1049235"/>
                </a:cubicBezTo>
                <a:cubicBezTo>
                  <a:pt x="-8388" y="804707"/>
                  <a:pt x="20964" y="723402"/>
                  <a:pt x="0" y="535110"/>
                </a:cubicBezTo>
                <a:cubicBezTo>
                  <a:pt x="-20964" y="346819"/>
                  <a:pt x="54041" y="230837"/>
                  <a:pt x="0" y="0"/>
                </a:cubicBezTo>
                <a:close/>
              </a:path>
              <a:path w="1810079" h="1049235" stroke="0" extrusionOk="0">
                <a:moveTo>
                  <a:pt x="0" y="0"/>
                </a:moveTo>
                <a:cubicBezTo>
                  <a:pt x="87703" y="-14726"/>
                  <a:pt x="296588" y="44773"/>
                  <a:pt x="434419" y="0"/>
                </a:cubicBezTo>
                <a:cubicBezTo>
                  <a:pt x="572250" y="-44773"/>
                  <a:pt x="641853" y="4812"/>
                  <a:pt x="832636" y="0"/>
                </a:cubicBezTo>
                <a:cubicBezTo>
                  <a:pt x="1023419" y="-4812"/>
                  <a:pt x="1104653" y="23725"/>
                  <a:pt x="1321358" y="0"/>
                </a:cubicBezTo>
                <a:cubicBezTo>
                  <a:pt x="1538063" y="-23725"/>
                  <a:pt x="1572118" y="16146"/>
                  <a:pt x="1810079" y="0"/>
                </a:cubicBezTo>
                <a:cubicBezTo>
                  <a:pt x="1825201" y="112998"/>
                  <a:pt x="1770471" y="396033"/>
                  <a:pt x="1810079" y="514125"/>
                </a:cubicBezTo>
                <a:cubicBezTo>
                  <a:pt x="1849687" y="632217"/>
                  <a:pt x="1780205" y="870477"/>
                  <a:pt x="1810079" y="1049235"/>
                </a:cubicBezTo>
                <a:cubicBezTo>
                  <a:pt x="1697702" y="1096039"/>
                  <a:pt x="1503006" y="999940"/>
                  <a:pt x="1357559" y="1049235"/>
                </a:cubicBezTo>
                <a:cubicBezTo>
                  <a:pt x="1212112" y="1098530"/>
                  <a:pt x="1051125" y="996546"/>
                  <a:pt x="868838" y="1049235"/>
                </a:cubicBezTo>
                <a:cubicBezTo>
                  <a:pt x="686551" y="1101924"/>
                  <a:pt x="560815" y="1047720"/>
                  <a:pt x="470621" y="1049235"/>
                </a:cubicBezTo>
                <a:cubicBezTo>
                  <a:pt x="380427" y="1050750"/>
                  <a:pt x="209482" y="1026821"/>
                  <a:pt x="0" y="1049235"/>
                </a:cubicBezTo>
                <a:cubicBezTo>
                  <a:pt x="-41470" y="862982"/>
                  <a:pt x="42995" y="667059"/>
                  <a:pt x="0" y="524618"/>
                </a:cubicBezTo>
                <a:cubicBezTo>
                  <a:pt x="-42995" y="382177"/>
                  <a:pt x="41266" y="262183"/>
                  <a:pt x="0" y="0"/>
                </a:cubicBezTo>
                <a:close/>
              </a:path>
            </a:pathLst>
          </a:custGeom>
          <a:solidFill>
            <a:srgbClr val="C00000">
              <a:alpha val="23000"/>
            </a:srgbClr>
          </a:solidFill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C00000"/>
                </a:solidFill>
              </a:rPr>
              <a:t>KI</a:t>
            </a:r>
          </a:p>
        </p:txBody>
      </p:sp>
    </p:spTree>
    <p:extLst>
      <p:ext uri="{BB962C8B-B14F-4D97-AF65-F5344CB8AC3E}">
        <p14:creationId xmlns:p14="http://schemas.microsoft.com/office/powerpoint/2010/main" val="1766872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F6C41-789D-09A6-751D-14A3175E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77EEFB-D850-4CD2-53A7-21B06FD9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0"/>
            <a:ext cx="9291215" cy="1049235"/>
          </a:xfrm>
        </p:spPr>
        <p:txBody>
          <a:bodyPr/>
          <a:lstStyle/>
          <a:p>
            <a:r>
              <a:rPr lang="de-DE" dirty="0" err="1">
                <a:solidFill>
                  <a:srgbClr val="C00000"/>
                </a:solidFill>
              </a:rPr>
              <a:t>OpenAPI</a:t>
            </a:r>
            <a:r>
              <a:rPr lang="de-DE" dirty="0">
                <a:solidFill>
                  <a:srgbClr val="C00000"/>
                </a:solidFill>
              </a:rPr>
              <a:t>-Datei für Postman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3931CC-D917-BF56-980F-EB67A13B2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33" y="1414101"/>
            <a:ext cx="11517332" cy="51727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D975078-5BA9-A1BD-738A-2EF88C4AB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653" y="837683"/>
            <a:ext cx="5601482" cy="2219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520CF029-005B-61B7-6DCF-DF5E2EE51FC7}"/>
              </a:ext>
            </a:extLst>
          </p:cNvPr>
          <p:cNvSpPr/>
          <p:nvPr/>
        </p:nvSpPr>
        <p:spPr>
          <a:xfrm>
            <a:off x="1450392" y="5740400"/>
            <a:ext cx="1305508" cy="38100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0007E7A-3A3D-9524-0C78-0C1489ED54AA}"/>
              </a:ext>
            </a:extLst>
          </p:cNvPr>
          <p:cNvSpPr txBox="1">
            <a:spLocks/>
          </p:cNvSpPr>
          <p:nvPr/>
        </p:nvSpPr>
        <p:spPr>
          <a:xfrm rot="20961358">
            <a:off x="9836567" y="206727"/>
            <a:ext cx="1810079" cy="1049235"/>
          </a:xfrm>
          <a:custGeom>
            <a:avLst/>
            <a:gdLst>
              <a:gd name="csX0" fmla="*/ 0 w 1810079"/>
              <a:gd name="csY0" fmla="*/ 0 h 1049235"/>
              <a:gd name="csX1" fmla="*/ 434419 w 1810079"/>
              <a:gd name="csY1" fmla="*/ 0 h 1049235"/>
              <a:gd name="csX2" fmla="*/ 886939 w 1810079"/>
              <a:gd name="csY2" fmla="*/ 0 h 1049235"/>
              <a:gd name="csX3" fmla="*/ 1357559 w 1810079"/>
              <a:gd name="csY3" fmla="*/ 0 h 1049235"/>
              <a:gd name="csX4" fmla="*/ 1810079 w 1810079"/>
              <a:gd name="csY4" fmla="*/ 0 h 1049235"/>
              <a:gd name="csX5" fmla="*/ 1810079 w 1810079"/>
              <a:gd name="csY5" fmla="*/ 535110 h 1049235"/>
              <a:gd name="csX6" fmla="*/ 1810079 w 1810079"/>
              <a:gd name="csY6" fmla="*/ 1049235 h 1049235"/>
              <a:gd name="csX7" fmla="*/ 1321358 w 1810079"/>
              <a:gd name="csY7" fmla="*/ 1049235 h 1049235"/>
              <a:gd name="csX8" fmla="*/ 832636 w 1810079"/>
              <a:gd name="csY8" fmla="*/ 1049235 h 1049235"/>
              <a:gd name="csX9" fmla="*/ 0 w 1810079"/>
              <a:gd name="csY9" fmla="*/ 1049235 h 1049235"/>
              <a:gd name="csX10" fmla="*/ 0 w 1810079"/>
              <a:gd name="csY10" fmla="*/ 535110 h 1049235"/>
              <a:gd name="csX11" fmla="*/ 0 w 1810079"/>
              <a:gd name="csY11" fmla="*/ 0 h 1049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810079" h="1049235" fill="none" extrusionOk="0">
                <a:moveTo>
                  <a:pt x="0" y="0"/>
                </a:moveTo>
                <a:cubicBezTo>
                  <a:pt x="154015" y="-24079"/>
                  <a:pt x="308169" y="7074"/>
                  <a:pt x="434419" y="0"/>
                </a:cubicBezTo>
                <a:cubicBezTo>
                  <a:pt x="560669" y="-7074"/>
                  <a:pt x="679885" y="16138"/>
                  <a:pt x="886939" y="0"/>
                </a:cubicBezTo>
                <a:cubicBezTo>
                  <a:pt x="1093993" y="-16138"/>
                  <a:pt x="1251283" y="46135"/>
                  <a:pt x="1357559" y="0"/>
                </a:cubicBezTo>
                <a:cubicBezTo>
                  <a:pt x="1463835" y="-46135"/>
                  <a:pt x="1656917" y="343"/>
                  <a:pt x="1810079" y="0"/>
                </a:cubicBezTo>
                <a:cubicBezTo>
                  <a:pt x="1858612" y="191392"/>
                  <a:pt x="1760996" y="400665"/>
                  <a:pt x="1810079" y="535110"/>
                </a:cubicBezTo>
                <a:cubicBezTo>
                  <a:pt x="1859162" y="669555"/>
                  <a:pt x="1765066" y="862195"/>
                  <a:pt x="1810079" y="1049235"/>
                </a:cubicBezTo>
                <a:cubicBezTo>
                  <a:pt x="1567721" y="1089467"/>
                  <a:pt x="1500975" y="994787"/>
                  <a:pt x="1321358" y="1049235"/>
                </a:cubicBezTo>
                <a:cubicBezTo>
                  <a:pt x="1141741" y="1103683"/>
                  <a:pt x="1006925" y="1023280"/>
                  <a:pt x="832636" y="1049235"/>
                </a:cubicBezTo>
                <a:cubicBezTo>
                  <a:pt x="658347" y="1075190"/>
                  <a:pt x="312876" y="999220"/>
                  <a:pt x="0" y="1049235"/>
                </a:cubicBezTo>
                <a:cubicBezTo>
                  <a:pt x="-8388" y="804707"/>
                  <a:pt x="20964" y="723402"/>
                  <a:pt x="0" y="535110"/>
                </a:cubicBezTo>
                <a:cubicBezTo>
                  <a:pt x="-20964" y="346819"/>
                  <a:pt x="54041" y="230837"/>
                  <a:pt x="0" y="0"/>
                </a:cubicBezTo>
                <a:close/>
              </a:path>
              <a:path w="1810079" h="1049235" stroke="0" extrusionOk="0">
                <a:moveTo>
                  <a:pt x="0" y="0"/>
                </a:moveTo>
                <a:cubicBezTo>
                  <a:pt x="87703" y="-14726"/>
                  <a:pt x="296588" y="44773"/>
                  <a:pt x="434419" y="0"/>
                </a:cubicBezTo>
                <a:cubicBezTo>
                  <a:pt x="572250" y="-44773"/>
                  <a:pt x="641853" y="4812"/>
                  <a:pt x="832636" y="0"/>
                </a:cubicBezTo>
                <a:cubicBezTo>
                  <a:pt x="1023419" y="-4812"/>
                  <a:pt x="1104653" y="23725"/>
                  <a:pt x="1321358" y="0"/>
                </a:cubicBezTo>
                <a:cubicBezTo>
                  <a:pt x="1538063" y="-23725"/>
                  <a:pt x="1572118" y="16146"/>
                  <a:pt x="1810079" y="0"/>
                </a:cubicBezTo>
                <a:cubicBezTo>
                  <a:pt x="1825201" y="112998"/>
                  <a:pt x="1770471" y="396033"/>
                  <a:pt x="1810079" y="514125"/>
                </a:cubicBezTo>
                <a:cubicBezTo>
                  <a:pt x="1849687" y="632217"/>
                  <a:pt x="1780205" y="870477"/>
                  <a:pt x="1810079" y="1049235"/>
                </a:cubicBezTo>
                <a:cubicBezTo>
                  <a:pt x="1697702" y="1096039"/>
                  <a:pt x="1503006" y="999940"/>
                  <a:pt x="1357559" y="1049235"/>
                </a:cubicBezTo>
                <a:cubicBezTo>
                  <a:pt x="1212112" y="1098530"/>
                  <a:pt x="1051125" y="996546"/>
                  <a:pt x="868838" y="1049235"/>
                </a:cubicBezTo>
                <a:cubicBezTo>
                  <a:pt x="686551" y="1101924"/>
                  <a:pt x="560815" y="1047720"/>
                  <a:pt x="470621" y="1049235"/>
                </a:cubicBezTo>
                <a:cubicBezTo>
                  <a:pt x="380427" y="1050750"/>
                  <a:pt x="209482" y="1026821"/>
                  <a:pt x="0" y="1049235"/>
                </a:cubicBezTo>
                <a:cubicBezTo>
                  <a:pt x="-41470" y="862982"/>
                  <a:pt x="42995" y="667059"/>
                  <a:pt x="0" y="524618"/>
                </a:cubicBezTo>
                <a:cubicBezTo>
                  <a:pt x="-42995" y="382177"/>
                  <a:pt x="41266" y="262183"/>
                  <a:pt x="0" y="0"/>
                </a:cubicBezTo>
                <a:close/>
              </a:path>
            </a:pathLst>
          </a:custGeom>
          <a:solidFill>
            <a:srgbClr val="C00000">
              <a:alpha val="23000"/>
            </a:srgbClr>
          </a:solidFill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C00000"/>
                </a:solidFill>
              </a:rPr>
              <a:t>KI</a:t>
            </a:r>
          </a:p>
        </p:txBody>
      </p:sp>
    </p:spTree>
    <p:extLst>
      <p:ext uri="{BB962C8B-B14F-4D97-AF65-F5344CB8AC3E}">
        <p14:creationId xmlns:p14="http://schemas.microsoft.com/office/powerpoint/2010/main" val="536318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4E9F-827C-3F8D-EC75-63B866D3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1DF011-33F8-50CB-7A83-43633823E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679" y="5973419"/>
            <a:ext cx="9291215" cy="1049235"/>
          </a:xfrm>
        </p:spPr>
        <p:txBody>
          <a:bodyPr/>
          <a:lstStyle/>
          <a:p>
            <a:r>
              <a:rPr lang="de-DE" u="sng" dirty="0">
                <a:solidFill>
                  <a:schemeClr val="bg1"/>
                </a:solidFill>
              </a:rPr>
              <a:t>Endpunkte BACKEND/REST-API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42DA41-6637-42DE-E011-B382971AD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>
                <a:solidFill>
                  <a:srgbClr val="C00000"/>
                </a:solidFill>
              </a:rPr>
              <a:t>Authentifizierung</a:t>
            </a:r>
          </a:p>
          <a:p>
            <a:r>
              <a:rPr lang="de-DE" sz="1800" dirty="0"/>
              <a:t>GET /</a:t>
            </a:r>
            <a:r>
              <a:rPr lang="de-DE" sz="1800" dirty="0" err="1"/>
              <a:t>auth</a:t>
            </a:r>
            <a:r>
              <a:rPr lang="de-DE" sz="1800" dirty="0"/>
              <a:t>/</a:t>
            </a:r>
            <a:r>
              <a:rPr lang="de-DE" sz="1800" dirty="0" err="1"/>
              <a:t>csrf</a:t>
            </a:r>
            <a:r>
              <a:rPr lang="de-DE" sz="1800" dirty="0"/>
              <a:t>                              (CSRF-Cookie holen)</a:t>
            </a:r>
          </a:p>
          <a:p>
            <a:r>
              <a:rPr lang="de-DE" sz="1800" dirty="0"/>
              <a:t>GET /</a:t>
            </a:r>
            <a:r>
              <a:rPr lang="de-DE" sz="1800" dirty="0" err="1"/>
              <a:t>auth</a:t>
            </a:r>
            <a:r>
              <a:rPr lang="de-DE" sz="1800" dirty="0"/>
              <a:t>/</a:t>
            </a:r>
            <a:r>
              <a:rPr lang="de-DE" sz="1800" dirty="0" err="1"/>
              <a:t>me</a:t>
            </a:r>
            <a:r>
              <a:rPr lang="de-DE" sz="1800" dirty="0"/>
              <a:t>                               (Aktuellen Benutzer abrufen)</a:t>
            </a:r>
          </a:p>
          <a:p>
            <a:r>
              <a:rPr lang="de-DE" sz="1800" dirty="0"/>
              <a:t>POST /</a:t>
            </a:r>
            <a:r>
              <a:rPr lang="de-DE" sz="1800" dirty="0" err="1"/>
              <a:t>auth</a:t>
            </a:r>
            <a:r>
              <a:rPr lang="de-DE" sz="1800" dirty="0"/>
              <a:t>/</a:t>
            </a:r>
            <a:r>
              <a:rPr lang="de-DE" sz="1800" dirty="0" err="1"/>
              <a:t>register</a:t>
            </a:r>
            <a:r>
              <a:rPr lang="de-DE" sz="1800" dirty="0"/>
              <a:t>                     (Benutzer registrieren)</a:t>
            </a:r>
          </a:p>
          <a:p>
            <a:r>
              <a:rPr lang="de-DE" sz="1800" dirty="0"/>
              <a:t>POST /</a:t>
            </a:r>
            <a:r>
              <a:rPr lang="de-DE" sz="1800" dirty="0" err="1"/>
              <a:t>auth</a:t>
            </a:r>
            <a:r>
              <a:rPr lang="de-DE" sz="1800" dirty="0"/>
              <a:t>/</a:t>
            </a:r>
            <a:r>
              <a:rPr lang="de-DE" sz="1800" dirty="0" err="1"/>
              <a:t>login</a:t>
            </a:r>
            <a:r>
              <a:rPr lang="de-DE" sz="1800" dirty="0"/>
              <a:t>                          (Login mit Session-Cookie)</a:t>
            </a:r>
          </a:p>
          <a:p>
            <a:r>
              <a:rPr lang="de-DE" sz="1800" dirty="0"/>
              <a:t>POST /</a:t>
            </a:r>
            <a:r>
              <a:rPr lang="de-DE" sz="1800" dirty="0" err="1"/>
              <a:t>auth</a:t>
            </a:r>
            <a:r>
              <a:rPr lang="de-DE" sz="1800" dirty="0"/>
              <a:t>/</a:t>
            </a:r>
            <a:r>
              <a:rPr lang="de-DE" sz="1800" dirty="0" err="1"/>
              <a:t>forgot</a:t>
            </a:r>
            <a:r>
              <a:rPr lang="de-DE" sz="1800" dirty="0"/>
              <a:t>-password      (Passwort-</a:t>
            </a:r>
            <a:r>
              <a:rPr lang="de-DE" sz="1800" dirty="0" err="1"/>
              <a:t>Reset</a:t>
            </a:r>
            <a:r>
              <a:rPr lang="de-DE" sz="1800" dirty="0"/>
              <a:t> anfordern)</a:t>
            </a:r>
          </a:p>
          <a:p>
            <a:r>
              <a:rPr lang="de-DE" sz="1800" dirty="0"/>
              <a:t>POST /</a:t>
            </a:r>
            <a:r>
              <a:rPr lang="de-DE" sz="1800" dirty="0" err="1"/>
              <a:t>auth</a:t>
            </a:r>
            <a:r>
              <a:rPr lang="de-DE" sz="1800" dirty="0"/>
              <a:t>/</a:t>
            </a:r>
            <a:r>
              <a:rPr lang="de-DE" sz="1800" dirty="0" err="1"/>
              <a:t>reset</a:t>
            </a:r>
            <a:r>
              <a:rPr lang="de-DE" sz="1800" dirty="0"/>
              <a:t>-password        (Passwort mit Token zurücksetzen)</a:t>
            </a:r>
          </a:p>
          <a:p>
            <a:r>
              <a:rPr lang="de-DE" sz="1800" dirty="0"/>
              <a:t>POST /</a:t>
            </a:r>
            <a:r>
              <a:rPr lang="de-DE" sz="1800" dirty="0" err="1"/>
              <a:t>auth</a:t>
            </a:r>
            <a:r>
              <a:rPr lang="de-DE" sz="1800" dirty="0"/>
              <a:t>/</a:t>
            </a:r>
            <a:r>
              <a:rPr lang="de-DE" sz="1800" dirty="0" err="1"/>
              <a:t>logout</a:t>
            </a:r>
            <a:r>
              <a:rPr lang="de-DE" sz="1800" dirty="0"/>
              <a:t>                        (Session beenden)</a:t>
            </a:r>
          </a:p>
          <a:p>
            <a:pPr marL="0" indent="0">
              <a:buNone/>
            </a:pPr>
            <a:r>
              <a:rPr lang="de-DE" sz="1800" dirty="0"/>
              <a:t> </a:t>
            </a:r>
          </a:p>
          <a:p>
            <a:pPr marL="0" indent="0">
              <a:buNone/>
            </a:pPr>
            <a:r>
              <a:rPr lang="de-DE" sz="2400" dirty="0">
                <a:solidFill>
                  <a:srgbClr val="C00000"/>
                </a:solidFill>
              </a:rPr>
              <a:t>Firmen</a:t>
            </a:r>
          </a:p>
          <a:p>
            <a:r>
              <a:rPr lang="de-DE" sz="1800" dirty="0"/>
              <a:t>POST /</a:t>
            </a:r>
            <a:r>
              <a:rPr lang="de-DE" sz="1800" dirty="0" err="1"/>
              <a:t>companies</a:t>
            </a:r>
            <a:r>
              <a:rPr lang="de-DE" sz="1800" dirty="0"/>
              <a:t>                                 (Firma anlegen)</a:t>
            </a:r>
          </a:p>
          <a:p>
            <a:r>
              <a:rPr lang="de-DE" sz="1800" dirty="0"/>
              <a:t>GET /</a:t>
            </a:r>
            <a:r>
              <a:rPr lang="de-DE" sz="1800" dirty="0" err="1"/>
              <a:t>companies</a:t>
            </a:r>
            <a:r>
              <a:rPr lang="de-DE" sz="1800" dirty="0"/>
              <a:t>                                   (alle Firmen laden inkl. Adressen + </a:t>
            </a:r>
            <a:r>
              <a:rPr lang="de-DE" sz="1800" dirty="0" err="1"/>
              <a:t>JobCount</a:t>
            </a:r>
            <a:r>
              <a:rPr lang="de-DE" sz="1800" dirty="0"/>
              <a:t>)</a:t>
            </a:r>
          </a:p>
          <a:p>
            <a:r>
              <a:rPr lang="de-DE" sz="1800" dirty="0"/>
              <a:t>PUT /</a:t>
            </a:r>
            <a:r>
              <a:rPr lang="de-DE" sz="1800" dirty="0" err="1"/>
              <a:t>companies</a:t>
            </a:r>
            <a:r>
              <a:rPr lang="de-DE" sz="1800" dirty="0"/>
              <a:t>/{</a:t>
            </a:r>
            <a:r>
              <a:rPr lang="de-DE" sz="1800" dirty="0" err="1"/>
              <a:t>companyId</a:t>
            </a:r>
            <a:r>
              <a:rPr lang="de-DE" sz="1800" dirty="0"/>
              <a:t>}           (Firma aktualisieren)</a:t>
            </a:r>
          </a:p>
          <a:p>
            <a:r>
              <a:rPr lang="de-DE" sz="1800" dirty="0"/>
              <a:t>DELETE /</a:t>
            </a:r>
            <a:r>
              <a:rPr lang="de-DE" sz="1800" dirty="0" err="1"/>
              <a:t>companies</a:t>
            </a:r>
            <a:r>
              <a:rPr lang="de-DE" sz="1800" dirty="0"/>
              <a:t>/{</a:t>
            </a:r>
            <a:r>
              <a:rPr lang="de-DE" sz="1800" dirty="0" err="1"/>
              <a:t>companyId</a:t>
            </a:r>
            <a:r>
              <a:rPr lang="de-DE" sz="1800" dirty="0"/>
              <a:t>}    (Firma löschen)</a:t>
            </a:r>
          </a:p>
          <a:p>
            <a:pPr marL="0" indent="0">
              <a:buNone/>
            </a:pPr>
            <a:r>
              <a:rPr lang="de-DE" sz="1800" dirty="0"/>
              <a:t> </a:t>
            </a:r>
          </a:p>
          <a:p>
            <a:pPr marL="0" indent="0">
              <a:buNone/>
            </a:pPr>
            <a:r>
              <a:rPr lang="de-DE" sz="2400" dirty="0">
                <a:solidFill>
                  <a:srgbClr val="C00000"/>
                </a:solidFill>
              </a:rPr>
              <a:t>Adressen</a:t>
            </a:r>
          </a:p>
          <a:p>
            <a:r>
              <a:rPr lang="de-DE" sz="1800" dirty="0"/>
              <a:t>POST /</a:t>
            </a:r>
            <a:r>
              <a:rPr lang="de-DE" sz="1800" dirty="0" err="1"/>
              <a:t>companies</a:t>
            </a:r>
            <a:r>
              <a:rPr lang="de-DE" sz="1800" dirty="0"/>
              <a:t>/{</a:t>
            </a:r>
            <a:r>
              <a:rPr lang="de-DE" sz="1800" dirty="0" err="1"/>
              <a:t>companyId</a:t>
            </a:r>
            <a:r>
              <a:rPr lang="de-DE" sz="1800" dirty="0"/>
              <a:t>}/</a:t>
            </a:r>
            <a:r>
              <a:rPr lang="de-DE" sz="1800" dirty="0" err="1"/>
              <a:t>addresses</a:t>
            </a:r>
            <a:r>
              <a:rPr lang="de-DE" sz="1800" dirty="0"/>
              <a:t>     (Firmenadresse anlegen)</a:t>
            </a:r>
          </a:p>
          <a:p>
            <a:r>
              <a:rPr lang="de-DE" sz="1800" dirty="0"/>
              <a:t>GET: (Adressen werden mit den Firmen geliefert!)</a:t>
            </a:r>
          </a:p>
          <a:p>
            <a:r>
              <a:rPr lang="de-DE" sz="1800" dirty="0"/>
              <a:t>PUT /</a:t>
            </a:r>
            <a:r>
              <a:rPr lang="de-DE" sz="1800" dirty="0" err="1"/>
              <a:t>addresses</a:t>
            </a:r>
            <a:r>
              <a:rPr lang="de-DE" sz="1800" dirty="0"/>
              <a:t>/{</a:t>
            </a:r>
            <a:r>
              <a:rPr lang="de-DE" sz="1800" dirty="0" err="1"/>
              <a:t>addressId</a:t>
            </a:r>
            <a:r>
              <a:rPr lang="de-DE" sz="1800" dirty="0"/>
              <a:t>}                                (</a:t>
            </a:r>
            <a:r>
              <a:rPr lang="de-DE" sz="1800" dirty="0" err="1"/>
              <a:t>Addresse</a:t>
            </a:r>
            <a:r>
              <a:rPr lang="de-DE" sz="1800" dirty="0"/>
              <a:t> aktualisieren)</a:t>
            </a:r>
          </a:p>
          <a:p>
            <a:r>
              <a:rPr lang="de-DE" sz="1800" dirty="0"/>
              <a:t>DELETE /</a:t>
            </a:r>
            <a:r>
              <a:rPr lang="de-DE" sz="1800" dirty="0" err="1"/>
              <a:t>addresses</a:t>
            </a:r>
            <a:r>
              <a:rPr lang="de-DE" sz="1800" dirty="0"/>
              <a:t>/{</a:t>
            </a:r>
            <a:r>
              <a:rPr lang="de-DE" sz="1800" dirty="0" err="1"/>
              <a:t>addressId</a:t>
            </a:r>
            <a:r>
              <a:rPr lang="de-DE" sz="1800" dirty="0"/>
              <a:t>}                         (</a:t>
            </a:r>
            <a:r>
              <a:rPr lang="de-DE" sz="1800" dirty="0" err="1"/>
              <a:t>Addresse</a:t>
            </a:r>
            <a:r>
              <a:rPr lang="de-DE" sz="1800" dirty="0"/>
              <a:t> löschen)</a:t>
            </a:r>
          </a:p>
          <a:p>
            <a:pPr marL="0" indent="0">
              <a:buNone/>
            </a:pPr>
            <a:r>
              <a:rPr lang="de-DE" sz="1800" dirty="0"/>
              <a:t> </a:t>
            </a:r>
          </a:p>
          <a:p>
            <a:pPr marL="0" indent="0">
              <a:buNone/>
            </a:pPr>
            <a:r>
              <a:rPr lang="de-DE" sz="2400" dirty="0">
                <a:solidFill>
                  <a:srgbClr val="C00000"/>
                </a:solidFill>
              </a:rPr>
              <a:t>Jobs</a:t>
            </a:r>
          </a:p>
          <a:p>
            <a:r>
              <a:rPr lang="de-DE" sz="1800" dirty="0"/>
              <a:t>POST /</a:t>
            </a:r>
            <a:r>
              <a:rPr lang="de-DE" sz="1800" dirty="0" err="1"/>
              <a:t>jobs</a:t>
            </a:r>
            <a:r>
              <a:rPr lang="de-DE" sz="1800" dirty="0"/>
              <a:t>                                 (Job anlegen)</a:t>
            </a:r>
          </a:p>
          <a:p>
            <a:r>
              <a:rPr lang="de-DE" sz="1800" dirty="0"/>
              <a:t>GET /</a:t>
            </a:r>
            <a:r>
              <a:rPr lang="de-DE" sz="1800" dirty="0" err="1"/>
              <a:t>jobs</a:t>
            </a:r>
            <a:r>
              <a:rPr lang="de-DE" sz="1800" dirty="0"/>
              <a:t>                                   (Jobs </a:t>
            </a:r>
            <a:r>
              <a:rPr lang="de-DE" sz="1800" dirty="0" err="1"/>
              <a:t>inkl</a:t>
            </a:r>
            <a:r>
              <a:rPr lang="de-DE" sz="1800" dirty="0"/>
              <a:t> Adresse laden je nach Firma und Status)</a:t>
            </a:r>
          </a:p>
          <a:p>
            <a:r>
              <a:rPr lang="de-DE" sz="1800" dirty="0"/>
              <a:t>GET /</a:t>
            </a:r>
            <a:r>
              <a:rPr lang="de-DE" sz="1800" dirty="0" err="1"/>
              <a:t>jobs</a:t>
            </a:r>
            <a:r>
              <a:rPr lang="de-DE" sz="1800" dirty="0"/>
              <a:t>/</a:t>
            </a:r>
            <a:r>
              <a:rPr lang="de-DE" sz="1800" dirty="0" err="1"/>
              <a:t>options</a:t>
            </a:r>
            <a:r>
              <a:rPr lang="de-DE" sz="1800" dirty="0"/>
              <a:t>                    (Jobs für Job-Filter laden, je nach Firma und Status)</a:t>
            </a:r>
          </a:p>
          <a:p>
            <a:r>
              <a:rPr lang="de-DE" sz="1800" dirty="0"/>
              <a:t>GET /job-status-options           (Liste von Job-Status-Werten)</a:t>
            </a:r>
          </a:p>
          <a:p>
            <a:r>
              <a:rPr lang="de-DE" sz="1800" dirty="0"/>
              <a:t>PUT /</a:t>
            </a:r>
            <a:r>
              <a:rPr lang="de-DE" sz="1800" dirty="0" err="1"/>
              <a:t>jobs</a:t>
            </a:r>
            <a:r>
              <a:rPr lang="de-DE" sz="1800" dirty="0"/>
              <a:t>/{</a:t>
            </a:r>
            <a:r>
              <a:rPr lang="de-DE" sz="1800" dirty="0" err="1"/>
              <a:t>jobId</a:t>
            </a:r>
            <a:r>
              <a:rPr lang="de-DE" sz="1800" dirty="0"/>
              <a:t>}                       (Job aktualisieren)</a:t>
            </a:r>
          </a:p>
          <a:p>
            <a:r>
              <a:rPr lang="de-DE" sz="1800" dirty="0"/>
              <a:t>PATCH /</a:t>
            </a:r>
            <a:r>
              <a:rPr lang="de-DE" sz="1800" dirty="0" err="1"/>
              <a:t>jobs</a:t>
            </a:r>
            <a:r>
              <a:rPr lang="de-DE" sz="1800" dirty="0"/>
              <a:t>/{</a:t>
            </a:r>
            <a:r>
              <a:rPr lang="de-DE" sz="1800" dirty="0" err="1"/>
              <a:t>jobId</a:t>
            </a:r>
            <a:r>
              <a:rPr lang="de-DE" sz="1800" dirty="0"/>
              <a:t>}/</a:t>
            </a:r>
            <a:r>
              <a:rPr lang="de-DE" sz="1800" dirty="0" err="1"/>
              <a:t>address</a:t>
            </a:r>
            <a:r>
              <a:rPr lang="de-DE" sz="1800" dirty="0"/>
              <a:t> (Adresse an Job hängen oder entfernen)</a:t>
            </a:r>
          </a:p>
          <a:p>
            <a:r>
              <a:rPr lang="de-DE" sz="1800" dirty="0"/>
              <a:t>PUT /</a:t>
            </a:r>
            <a:r>
              <a:rPr lang="de-DE" sz="1800" dirty="0" err="1"/>
              <a:t>jobs</a:t>
            </a:r>
            <a:r>
              <a:rPr lang="de-DE" sz="1800" dirty="0"/>
              <a:t>/{</a:t>
            </a:r>
            <a:r>
              <a:rPr lang="de-DE" sz="1800" dirty="0" err="1"/>
              <a:t>jobId</a:t>
            </a:r>
            <a:r>
              <a:rPr lang="de-DE" sz="1800" dirty="0"/>
              <a:t>}                       (Job löschen)</a:t>
            </a:r>
          </a:p>
          <a:p>
            <a:pPr marL="0" indent="0">
              <a:buNone/>
            </a:pPr>
            <a:r>
              <a:rPr lang="de-DE" sz="1800" dirty="0"/>
              <a:t> </a:t>
            </a:r>
          </a:p>
          <a:p>
            <a:pPr marL="0" indent="0">
              <a:buNone/>
            </a:pPr>
            <a:r>
              <a:rPr lang="de-DE" sz="2400" dirty="0">
                <a:solidFill>
                  <a:srgbClr val="C00000"/>
                </a:solidFill>
              </a:rPr>
              <a:t>Kommunikationen</a:t>
            </a:r>
          </a:p>
          <a:p>
            <a:r>
              <a:rPr lang="de-DE" sz="1800" dirty="0"/>
              <a:t>POST /</a:t>
            </a:r>
            <a:r>
              <a:rPr lang="de-DE" sz="1800" dirty="0" err="1"/>
              <a:t>communications</a:t>
            </a:r>
            <a:r>
              <a:rPr lang="de-DE" sz="1800" dirty="0"/>
              <a:t>                              (Kommunikation anlegen)</a:t>
            </a:r>
          </a:p>
          <a:p>
            <a:r>
              <a:rPr lang="de-DE" sz="1800" dirty="0"/>
              <a:t>GET /</a:t>
            </a:r>
            <a:r>
              <a:rPr lang="de-DE" sz="1800" dirty="0" err="1"/>
              <a:t>timeline</a:t>
            </a:r>
            <a:r>
              <a:rPr lang="de-DE" sz="1800" dirty="0"/>
              <a:t>                                               (Kommunikationen für einen Job laden)</a:t>
            </a:r>
          </a:p>
          <a:p>
            <a:r>
              <a:rPr lang="de-DE" sz="1800" dirty="0"/>
              <a:t>GET /</a:t>
            </a:r>
            <a:r>
              <a:rPr lang="de-DE" sz="1800" dirty="0" err="1"/>
              <a:t>communication</a:t>
            </a:r>
            <a:r>
              <a:rPr lang="de-DE" sz="1800" dirty="0"/>
              <a:t>-status-options        (Kommunikations-Status-Optionen laden)</a:t>
            </a:r>
          </a:p>
          <a:p>
            <a:r>
              <a:rPr lang="de-DE" sz="1800" dirty="0"/>
              <a:t>PUT /</a:t>
            </a:r>
            <a:r>
              <a:rPr lang="de-DE" sz="1800" dirty="0" err="1"/>
              <a:t>communications</a:t>
            </a:r>
            <a:r>
              <a:rPr lang="de-DE" sz="1800" dirty="0"/>
              <a:t>/{</a:t>
            </a:r>
            <a:r>
              <a:rPr lang="de-DE" sz="1800" dirty="0" err="1"/>
              <a:t>communicationId</a:t>
            </a:r>
            <a:r>
              <a:rPr lang="de-DE" sz="1800" dirty="0"/>
              <a:t>}        (Kommunikation aktualisieren)</a:t>
            </a:r>
          </a:p>
          <a:p>
            <a:r>
              <a:rPr lang="de-DE" sz="1800" dirty="0"/>
              <a:t>DELETE /</a:t>
            </a:r>
            <a:r>
              <a:rPr lang="de-DE" sz="1800" dirty="0" err="1"/>
              <a:t>communications</a:t>
            </a:r>
            <a:r>
              <a:rPr lang="de-DE" sz="1800" dirty="0"/>
              <a:t>/{</a:t>
            </a:r>
            <a:r>
              <a:rPr lang="de-DE" sz="1800" dirty="0" err="1"/>
              <a:t>communicationId</a:t>
            </a:r>
            <a:r>
              <a:rPr lang="de-DE" sz="1800" dirty="0"/>
              <a:t>} (Kommunikation löschen)</a:t>
            </a:r>
          </a:p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60603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-1.89907 " pathEditMode="relative" rAng="0" ptsTypes="AA">
                                      <p:cBhvr>
                                        <p:cTn id="6" dur="1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33333E-6 L 3.54167E-6 -1.89908 " pathEditMode="relative" rAng="0" ptsTypes="AA">
                                      <p:cBhvr>
                                        <p:cTn id="8" dur="1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1.85185E-6 L -8.33333E-7 -1.89907 " pathEditMode="relative" rAng="0" ptsTypes="AA">
                                      <p:cBhvr>
                                        <p:cTn id="10" dur="1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96296E-6 L 4.16667E-7 -1.89908 " pathEditMode="relative" rAng="0" ptsTypes="AA">
                                      <p:cBhvr>
                                        <p:cTn id="12" dur="1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3.7037E-6 L 2.08333E-7 -1.89907 " pathEditMode="relative" rAng="0" ptsTypes="AA">
                                      <p:cBhvr>
                                        <p:cTn id="14" dur="1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11111E-6 L -2.08333E-6 -1.89908 " pathEditMode="relative" rAng="0" ptsTypes="AA">
                                      <p:cBhvr>
                                        <p:cTn id="16" dur="1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07407E-6 L -1.45833E-6 -1.89907 " pathEditMode="relative" rAng="0" ptsTypes="AA">
                                      <p:cBhvr>
                                        <p:cTn id="18" dur="15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7.40741E-7 L -2.70833E-6 -1.89907 " pathEditMode="relative" rAng="0" ptsTypes="AA">
                                      <p:cBhvr>
                                        <p:cTn id="20" dur="1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0 -1.89908 " pathEditMode="relative" rAng="0" ptsTypes="AA">
                                      <p:cBhvr>
                                        <p:cTn id="22" dur="15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-1.89907 " pathEditMode="relative" rAng="0" ptsTypes="AA">
                                      <p:cBhvr>
                                        <p:cTn id="24" dur="15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0 L -3.54167E-6 -1.89907 " pathEditMode="relative" rAng="0" ptsTypes="AA">
                                      <p:cBhvr>
                                        <p:cTn id="26" dur="15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81481E-6 L 1.45833E-6 -1.89908 " pathEditMode="relative" rAng="0" ptsTypes="AA">
                                      <p:cBhvr>
                                        <p:cTn id="28" dur="15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1.85185E-6 L 1.875E-6 -1.89907 " pathEditMode="relative" rAng="0" ptsTypes="AA">
                                      <p:cBhvr>
                                        <p:cTn id="30" dur="15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-4.79167E-6 -1.89908 " pathEditMode="relative" rAng="0" ptsTypes="AA">
                                      <p:cBhvr>
                                        <p:cTn id="32" dur="15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-1.89907 " pathEditMode="relative" rAng="0" ptsTypes="AA">
                                      <p:cBhvr>
                                        <p:cTn id="34" dur="15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-1.89907 " pathEditMode="relative" rAng="0" ptsTypes="AA">
                                      <p:cBhvr>
                                        <p:cTn id="36" dur="15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7037E-6 L -2.29167E-6 -1.89908 " pathEditMode="relative" rAng="0" ptsTypes="AA">
                                      <p:cBhvr>
                                        <p:cTn id="38" dur="15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-1.89907 " pathEditMode="relative" rAng="0" ptsTypes="AA">
                                      <p:cBhvr>
                                        <p:cTn id="40" dur="15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85185E-6 L 1.25E-6 -1.89908 " pathEditMode="relative" rAng="0" ptsTypes="AA">
                                      <p:cBhvr>
                                        <p:cTn id="42" dur="15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3.33333E-6 L 4.58333E-6 -1.89907 " pathEditMode="relative" rAng="0" ptsTypes="AA">
                                      <p:cBhvr>
                                        <p:cTn id="44" dur="15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89907 " pathEditMode="relative" rAng="0" ptsTypes="AA">
                                      <p:cBhvr>
                                        <p:cTn id="46" dur="150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-1.89907 " pathEditMode="relative" rAng="0" ptsTypes="AA">
                                      <p:cBhvr>
                                        <p:cTn id="48" dur="150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4.07407E-6 L -4.16667E-7 -1.89907 " pathEditMode="relative" rAng="0" ptsTypes="AA">
                                      <p:cBhvr>
                                        <p:cTn id="50" dur="150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7.40741E-7 L -1.66667E-6 -1.89907 " pathEditMode="relative" rAng="0" ptsTypes="AA">
                                      <p:cBhvr>
                                        <p:cTn id="52" dur="150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44444E-6 L 3.125E-6 -1.89907 " pathEditMode="relative" rAng="0" ptsTypes="AA">
                                      <p:cBhvr>
                                        <p:cTn id="54" dur="150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11111E-6 L -6.25E-7 -1.89907 " pathEditMode="relative" rAng="0" ptsTypes="AA">
                                      <p:cBhvr>
                                        <p:cTn id="56" dur="15000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3.7037E-6 L 6.25E-7 -1.89908 " pathEditMode="relative" rAng="0" ptsTypes="AA">
                                      <p:cBhvr>
                                        <p:cTn id="58" dur="15000" fill="hold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-1.89907 " pathEditMode="relative" rAng="0" ptsTypes="AA">
                                      <p:cBhvr>
                                        <p:cTn id="60" dur="15000" fill="hold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85185E-6 L -4.16667E-6 -1.89908 " pathEditMode="relative" rAng="0" ptsTypes="AA">
                                      <p:cBhvr>
                                        <p:cTn id="62" dur="15000" fill="hold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-1.89907 " pathEditMode="relative" rAng="0" ptsTypes="AA">
                                      <p:cBhvr>
                                        <p:cTn id="64" dur="15000" fill="hold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-1.89907 " pathEditMode="relative" rAng="0" ptsTypes="AA">
                                      <p:cBhvr>
                                        <p:cTn id="66" dur="15000" fill="hold"/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59259E-6 L 2.29167E-6 -1.89908 " pathEditMode="relative" rAng="0" ptsTypes="AA">
                                      <p:cBhvr>
                                        <p:cTn id="68" dur="15000" fill="hold"/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59259E-6 L -2.08333E-7 -1.89907 " pathEditMode="relative" rAng="0" ptsTypes="AA">
                                      <p:cBhvr>
                                        <p:cTn id="70" dur="15000" fill="hold"/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7.40741E-7 L 2.70833E-6 -1.89907 " pathEditMode="relative" rAng="0" ptsTypes="AA">
                                      <p:cBhvr>
                                        <p:cTn id="72" dur="15000" fill="hold"/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44444E-6 L -4.79167E-6 -1.89907 " pathEditMode="relative" rAng="0" ptsTypes="AA">
                                      <p:cBhvr>
                                        <p:cTn id="74" dur="15000" fill="hold"/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7037E-7 L -1.45833E-6 -1.89907 " pathEditMode="relative" rAng="0" ptsTypes="AA">
                                      <p:cBhvr>
                                        <p:cTn id="76" dur="15000" fill="hold"/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22CC2-0EEC-0C1E-C653-52DDBB4B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7055F2A-FF80-2AF2-2A31-C89E213BFE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95" r="59258" b="18913"/>
          <a:stretch>
            <a:fillRect/>
          </a:stretch>
        </p:blipFill>
        <p:spPr>
          <a:xfrm>
            <a:off x="369989" y="355600"/>
            <a:ext cx="7631011" cy="5295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5FE955C1-4317-4FDB-1297-728A81AE0973}"/>
              </a:ext>
            </a:extLst>
          </p:cNvPr>
          <p:cNvSpPr txBox="1">
            <a:spLocks/>
          </p:cNvSpPr>
          <p:nvPr/>
        </p:nvSpPr>
        <p:spPr>
          <a:xfrm rot="20961358">
            <a:off x="7474006" y="1129736"/>
            <a:ext cx="4419490" cy="1049235"/>
          </a:xfrm>
          <a:custGeom>
            <a:avLst/>
            <a:gdLst>
              <a:gd name="csX0" fmla="*/ 0 w 4419490"/>
              <a:gd name="csY0" fmla="*/ 0 h 1049235"/>
              <a:gd name="csX1" fmla="*/ 464046 w 4419490"/>
              <a:gd name="csY1" fmla="*/ 0 h 1049235"/>
              <a:gd name="csX2" fmla="*/ 972288 w 4419490"/>
              <a:gd name="csY2" fmla="*/ 0 h 1049235"/>
              <a:gd name="csX3" fmla="*/ 1436334 w 4419490"/>
              <a:gd name="csY3" fmla="*/ 0 h 1049235"/>
              <a:gd name="csX4" fmla="*/ 2032965 w 4419490"/>
              <a:gd name="csY4" fmla="*/ 0 h 1049235"/>
              <a:gd name="csX5" fmla="*/ 2585402 w 4419490"/>
              <a:gd name="csY5" fmla="*/ 0 h 1049235"/>
              <a:gd name="csX6" fmla="*/ 3137838 w 4419490"/>
              <a:gd name="csY6" fmla="*/ 0 h 1049235"/>
              <a:gd name="csX7" fmla="*/ 3778664 w 4419490"/>
              <a:gd name="csY7" fmla="*/ 0 h 1049235"/>
              <a:gd name="csX8" fmla="*/ 4419490 w 4419490"/>
              <a:gd name="csY8" fmla="*/ 0 h 1049235"/>
              <a:gd name="csX9" fmla="*/ 4419490 w 4419490"/>
              <a:gd name="csY9" fmla="*/ 493140 h 1049235"/>
              <a:gd name="csX10" fmla="*/ 4419490 w 4419490"/>
              <a:gd name="csY10" fmla="*/ 1049235 h 1049235"/>
              <a:gd name="csX11" fmla="*/ 3999638 w 4419490"/>
              <a:gd name="csY11" fmla="*/ 1049235 h 1049235"/>
              <a:gd name="csX12" fmla="*/ 3535592 w 4419490"/>
              <a:gd name="csY12" fmla="*/ 1049235 h 1049235"/>
              <a:gd name="csX13" fmla="*/ 2938961 w 4419490"/>
              <a:gd name="csY13" fmla="*/ 1049235 h 1049235"/>
              <a:gd name="csX14" fmla="*/ 2298135 w 4419490"/>
              <a:gd name="csY14" fmla="*/ 1049235 h 1049235"/>
              <a:gd name="csX15" fmla="*/ 1789893 w 4419490"/>
              <a:gd name="csY15" fmla="*/ 1049235 h 1049235"/>
              <a:gd name="csX16" fmla="*/ 1149067 w 4419490"/>
              <a:gd name="csY16" fmla="*/ 1049235 h 1049235"/>
              <a:gd name="csX17" fmla="*/ 685021 w 4419490"/>
              <a:gd name="csY17" fmla="*/ 1049235 h 1049235"/>
              <a:gd name="csX18" fmla="*/ 0 w 4419490"/>
              <a:gd name="csY18" fmla="*/ 1049235 h 1049235"/>
              <a:gd name="csX19" fmla="*/ 0 w 4419490"/>
              <a:gd name="csY19" fmla="*/ 556095 h 1049235"/>
              <a:gd name="csX20" fmla="*/ 0 w 4419490"/>
              <a:gd name="csY20" fmla="*/ 0 h 1049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419490" h="1049235" fill="none" extrusionOk="0">
                <a:moveTo>
                  <a:pt x="0" y="0"/>
                </a:moveTo>
                <a:cubicBezTo>
                  <a:pt x="224924" y="-16340"/>
                  <a:pt x="317830" y="32681"/>
                  <a:pt x="464046" y="0"/>
                </a:cubicBezTo>
                <a:cubicBezTo>
                  <a:pt x="610262" y="-32681"/>
                  <a:pt x="720716" y="14604"/>
                  <a:pt x="972288" y="0"/>
                </a:cubicBezTo>
                <a:cubicBezTo>
                  <a:pt x="1223860" y="-14604"/>
                  <a:pt x="1331663" y="23548"/>
                  <a:pt x="1436334" y="0"/>
                </a:cubicBezTo>
                <a:cubicBezTo>
                  <a:pt x="1541005" y="-23548"/>
                  <a:pt x="1827937" y="28448"/>
                  <a:pt x="2032965" y="0"/>
                </a:cubicBezTo>
                <a:cubicBezTo>
                  <a:pt x="2237993" y="-28448"/>
                  <a:pt x="2395999" y="43114"/>
                  <a:pt x="2585402" y="0"/>
                </a:cubicBezTo>
                <a:cubicBezTo>
                  <a:pt x="2774805" y="-43114"/>
                  <a:pt x="2911732" y="37339"/>
                  <a:pt x="3137838" y="0"/>
                </a:cubicBezTo>
                <a:cubicBezTo>
                  <a:pt x="3363944" y="-37339"/>
                  <a:pt x="3472711" y="40274"/>
                  <a:pt x="3778664" y="0"/>
                </a:cubicBezTo>
                <a:cubicBezTo>
                  <a:pt x="4084617" y="-40274"/>
                  <a:pt x="4280819" y="65961"/>
                  <a:pt x="4419490" y="0"/>
                </a:cubicBezTo>
                <a:cubicBezTo>
                  <a:pt x="4465996" y="148995"/>
                  <a:pt x="4376692" y="256678"/>
                  <a:pt x="4419490" y="493140"/>
                </a:cubicBezTo>
                <a:cubicBezTo>
                  <a:pt x="4462288" y="729602"/>
                  <a:pt x="4358375" y="816341"/>
                  <a:pt x="4419490" y="1049235"/>
                </a:cubicBezTo>
                <a:cubicBezTo>
                  <a:pt x="4295901" y="1080209"/>
                  <a:pt x="4124370" y="1038770"/>
                  <a:pt x="3999638" y="1049235"/>
                </a:cubicBezTo>
                <a:cubicBezTo>
                  <a:pt x="3874906" y="1059700"/>
                  <a:pt x="3743133" y="1027226"/>
                  <a:pt x="3535592" y="1049235"/>
                </a:cubicBezTo>
                <a:cubicBezTo>
                  <a:pt x="3328051" y="1071244"/>
                  <a:pt x="3146269" y="983007"/>
                  <a:pt x="2938961" y="1049235"/>
                </a:cubicBezTo>
                <a:cubicBezTo>
                  <a:pt x="2731653" y="1115463"/>
                  <a:pt x="2527501" y="1000652"/>
                  <a:pt x="2298135" y="1049235"/>
                </a:cubicBezTo>
                <a:cubicBezTo>
                  <a:pt x="2068769" y="1097818"/>
                  <a:pt x="2035081" y="989671"/>
                  <a:pt x="1789893" y="1049235"/>
                </a:cubicBezTo>
                <a:cubicBezTo>
                  <a:pt x="1544705" y="1108799"/>
                  <a:pt x="1390023" y="1035930"/>
                  <a:pt x="1149067" y="1049235"/>
                </a:cubicBezTo>
                <a:cubicBezTo>
                  <a:pt x="908111" y="1062540"/>
                  <a:pt x="847426" y="1005941"/>
                  <a:pt x="685021" y="1049235"/>
                </a:cubicBezTo>
                <a:cubicBezTo>
                  <a:pt x="522616" y="1092529"/>
                  <a:pt x="235594" y="1020100"/>
                  <a:pt x="0" y="1049235"/>
                </a:cubicBezTo>
                <a:cubicBezTo>
                  <a:pt x="-29029" y="837747"/>
                  <a:pt x="21610" y="712822"/>
                  <a:pt x="0" y="556095"/>
                </a:cubicBezTo>
                <a:cubicBezTo>
                  <a:pt x="-21610" y="399368"/>
                  <a:pt x="34332" y="150908"/>
                  <a:pt x="0" y="0"/>
                </a:cubicBezTo>
                <a:close/>
              </a:path>
              <a:path w="4419490" h="1049235" stroke="0" extrusionOk="0">
                <a:moveTo>
                  <a:pt x="0" y="0"/>
                </a:moveTo>
                <a:cubicBezTo>
                  <a:pt x="161279" y="-51134"/>
                  <a:pt x="401000" y="11002"/>
                  <a:pt x="508241" y="0"/>
                </a:cubicBezTo>
                <a:cubicBezTo>
                  <a:pt x="615482" y="-11002"/>
                  <a:pt x="772591" y="17446"/>
                  <a:pt x="928093" y="0"/>
                </a:cubicBezTo>
                <a:cubicBezTo>
                  <a:pt x="1083595" y="-17446"/>
                  <a:pt x="1278960" y="18071"/>
                  <a:pt x="1568919" y="0"/>
                </a:cubicBezTo>
                <a:cubicBezTo>
                  <a:pt x="1858878" y="-18071"/>
                  <a:pt x="1969921" y="16752"/>
                  <a:pt x="2077160" y="0"/>
                </a:cubicBezTo>
                <a:cubicBezTo>
                  <a:pt x="2184399" y="-16752"/>
                  <a:pt x="2440628" y="60238"/>
                  <a:pt x="2585402" y="0"/>
                </a:cubicBezTo>
                <a:cubicBezTo>
                  <a:pt x="2730176" y="-60238"/>
                  <a:pt x="3029318" y="5693"/>
                  <a:pt x="3226228" y="0"/>
                </a:cubicBezTo>
                <a:cubicBezTo>
                  <a:pt x="3423138" y="-5693"/>
                  <a:pt x="3563670" y="24434"/>
                  <a:pt x="3690274" y="0"/>
                </a:cubicBezTo>
                <a:cubicBezTo>
                  <a:pt x="3816878" y="-24434"/>
                  <a:pt x="4100746" y="709"/>
                  <a:pt x="4419490" y="0"/>
                </a:cubicBezTo>
                <a:cubicBezTo>
                  <a:pt x="4480167" y="145646"/>
                  <a:pt x="4355898" y="431826"/>
                  <a:pt x="4419490" y="545602"/>
                </a:cubicBezTo>
                <a:cubicBezTo>
                  <a:pt x="4483082" y="659378"/>
                  <a:pt x="4398679" y="925548"/>
                  <a:pt x="4419490" y="1049235"/>
                </a:cubicBezTo>
                <a:cubicBezTo>
                  <a:pt x="4166722" y="1115407"/>
                  <a:pt x="4116170" y="1015917"/>
                  <a:pt x="3867054" y="1049235"/>
                </a:cubicBezTo>
                <a:cubicBezTo>
                  <a:pt x="3617938" y="1082553"/>
                  <a:pt x="3558683" y="1006130"/>
                  <a:pt x="3358812" y="1049235"/>
                </a:cubicBezTo>
                <a:cubicBezTo>
                  <a:pt x="3158941" y="1092340"/>
                  <a:pt x="2889809" y="991128"/>
                  <a:pt x="2717986" y="1049235"/>
                </a:cubicBezTo>
                <a:cubicBezTo>
                  <a:pt x="2546163" y="1107342"/>
                  <a:pt x="2339088" y="1007580"/>
                  <a:pt x="2077160" y="1049235"/>
                </a:cubicBezTo>
                <a:cubicBezTo>
                  <a:pt x="1815232" y="1090890"/>
                  <a:pt x="1757011" y="1047698"/>
                  <a:pt x="1613114" y="1049235"/>
                </a:cubicBezTo>
                <a:cubicBezTo>
                  <a:pt x="1469217" y="1050772"/>
                  <a:pt x="1271125" y="999694"/>
                  <a:pt x="1060678" y="1049235"/>
                </a:cubicBezTo>
                <a:cubicBezTo>
                  <a:pt x="850231" y="1098776"/>
                  <a:pt x="437843" y="981087"/>
                  <a:pt x="0" y="1049235"/>
                </a:cubicBezTo>
                <a:cubicBezTo>
                  <a:pt x="-33392" y="805988"/>
                  <a:pt x="44060" y="662347"/>
                  <a:pt x="0" y="524618"/>
                </a:cubicBezTo>
                <a:cubicBezTo>
                  <a:pt x="-44060" y="386889"/>
                  <a:pt x="14683" y="184150"/>
                  <a:pt x="0" y="0"/>
                </a:cubicBezTo>
                <a:close/>
              </a:path>
            </a:pathLst>
          </a:custGeom>
          <a:solidFill>
            <a:srgbClr val="C00000">
              <a:alpha val="23000"/>
            </a:srgbClr>
          </a:solidFill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C00000"/>
                </a:solidFill>
              </a:rPr>
              <a:t>Validierung und Error-Handling</a:t>
            </a:r>
          </a:p>
        </p:txBody>
      </p:sp>
    </p:spTree>
    <p:extLst>
      <p:ext uri="{BB962C8B-B14F-4D97-AF65-F5344CB8AC3E}">
        <p14:creationId xmlns:p14="http://schemas.microsoft.com/office/powerpoint/2010/main" val="2218924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B3AAF-3398-33C0-85DC-CB50DABC4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C65E462A-EB4D-EDF1-60D0-EAEEFB389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67" r="33125" b="1"/>
          <a:stretch>
            <a:fillRect/>
          </a:stretch>
        </p:blipFill>
        <p:spPr>
          <a:xfrm>
            <a:off x="3657600" y="1092394"/>
            <a:ext cx="8153400" cy="3568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E6E4C89-9B5E-463D-6116-1774423E16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08" r="48229" b="-1"/>
          <a:stretch>
            <a:fillRect/>
          </a:stretch>
        </p:blipFill>
        <p:spPr>
          <a:xfrm>
            <a:off x="377023" y="2768600"/>
            <a:ext cx="6311900" cy="37845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597B087A-55C1-DA14-8822-83FB3B1F11B5}"/>
              </a:ext>
            </a:extLst>
          </p:cNvPr>
          <p:cNvSpPr txBox="1">
            <a:spLocks/>
          </p:cNvSpPr>
          <p:nvPr/>
        </p:nvSpPr>
        <p:spPr>
          <a:xfrm rot="20961358">
            <a:off x="285805" y="482134"/>
            <a:ext cx="4419490" cy="1049235"/>
          </a:xfrm>
          <a:custGeom>
            <a:avLst/>
            <a:gdLst>
              <a:gd name="csX0" fmla="*/ 0 w 4419490"/>
              <a:gd name="csY0" fmla="*/ 0 h 1049235"/>
              <a:gd name="csX1" fmla="*/ 464046 w 4419490"/>
              <a:gd name="csY1" fmla="*/ 0 h 1049235"/>
              <a:gd name="csX2" fmla="*/ 972288 w 4419490"/>
              <a:gd name="csY2" fmla="*/ 0 h 1049235"/>
              <a:gd name="csX3" fmla="*/ 1436334 w 4419490"/>
              <a:gd name="csY3" fmla="*/ 0 h 1049235"/>
              <a:gd name="csX4" fmla="*/ 2032965 w 4419490"/>
              <a:gd name="csY4" fmla="*/ 0 h 1049235"/>
              <a:gd name="csX5" fmla="*/ 2585402 w 4419490"/>
              <a:gd name="csY5" fmla="*/ 0 h 1049235"/>
              <a:gd name="csX6" fmla="*/ 3137838 w 4419490"/>
              <a:gd name="csY6" fmla="*/ 0 h 1049235"/>
              <a:gd name="csX7" fmla="*/ 3778664 w 4419490"/>
              <a:gd name="csY7" fmla="*/ 0 h 1049235"/>
              <a:gd name="csX8" fmla="*/ 4419490 w 4419490"/>
              <a:gd name="csY8" fmla="*/ 0 h 1049235"/>
              <a:gd name="csX9" fmla="*/ 4419490 w 4419490"/>
              <a:gd name="csY9" fmla="*/ 493140 h 1049235"/>
              <a:gd name="csX10" fmla="*/ 4419490 w 4419490"/>
              <a:gd name="csY10" fmla="*/ 1049235 h 1049235"/>
              <a:gd name="csX11" fmla="*/ 3999638 w 4419490"/>
              <a:gd name="csY11" fmla="*/ 1049235 h 1049235"/>
              <a:gd name="csX12" fmla="*/ 3535592 w 4419490"/>
              <a:gd name="csY12" fmla="*/ 1049235 h 1049235"/>
              <a:gd name="csX13" fmla="*/ 2938961 w 4419490"/>
              <a:gd name="csY13" fmla="*/ 1049235 h 1049235"/>
              <a:gd name="csX14" fmla="*/ 2298135 w 4419490"/>
              <a:gd name="csY14" fmla="*/ 1049235 h 1049235"/>
              <a:gd name="csX15" fmla="*/ 1789893 w 4419490"/>
              <a:gd name="csY15" fmla="*/ 1049235 h 1049235"/>
              <a:gd name="csX16" fmla="*/ 1149067 w 4419490"/>
              <a:gd name="csY16" fmla="*/ 1049235 h 1049235"/>
              <a:gd name="csX17" fmla="*/ 685021 w 4419490"/>
              <a:gd name="csY17" fmla="*/ 1049235 h 1049235"/>
              <a:gd name="csX18" fmla="*/ 0 w 4419490"/>
              <a:gd name="csY18" fmla="*/ 1049235 h 1049235"/>
              <a:gd name="csX19" fmla="*/ 0 w 4419490"/>
              <a:gd name="csY19" fmla="*/ 556095 h 1049235"/>
              <a:gd name="csX20" fmla="*/ 0 w 4419490"/>
              <a:gd name="csY20" fmla="*/ 0 h 1049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419490" h="1049235" fill="none" extrusionOk="0">
                <a:moveTo>
                  <a:pt x="0" y="0"/>
                </a:moveTo>
                <a:cubicBezTo>
                  <a:pt x="224924" y="-16340"/>
                  <a:pt x="317830" y="32681"/>
                  <a:pt x="464046" y="0"/>
                </a:cubicBezTo>
                <a:cubicBezTo>
                  <a:pt x="610262" y="-32681"/>
                  <a:pt x="720716" y="14604"/>
                  <a:pt x="972288" y="0"/>
                </a:cubicBezTo>
                <a:cubicBezTo>
                  <a:pt x="1223860" y="-14604"/>
                  <a:pt x="1331663" y="23548"/>
                  <a:pt x="1436334" y="0"/>
                </a:cubicBezTo>
                <a:cubicBezTo>
                  <a:pt x="1541005" y="-23548"/>
                  <a:pt x="1827937" y="28448"/>
                  <a:pt x="2032965" y="0"/>
                </a:cubicBezTo>
                <a:cubicBezTo>
                  <a:pt x="2237993" y="-28448"/>
                  <a:pt x="2395999" y="43114"/>
                  <a:pt x="2585402" y="0"/>
                </a:cubicBezTo>
                <a:cubicBezTo>
                  <a:pt x="2774805" y="-43114"/>
                  <a:pt x="2911732" y="37339"/>
                  <a:pt x="3137838" y="0"/>
                </a:cubicBezTo>
                <a:cubicBezTo>
                  <a:pt x="3363944" y="-37339"/>
                  <a:pt x="3472711" y="40274"/>
                  <a:pt x="3778664" y="0"/>
                </a:cubicBezTo>
                <a:cubicBezTo>
                  <a:pt x="4084617" y="-40274"/>
                  <a:pt x="4280819" y="65961"/>
                  <a:pt x="4419490" y="0"/>
                </a:cubicBezTo>
                <a:cubicBezTo>
                  <a:pt x="4465996" y="148995"/>
                  <a:pt x="4376692" y="256678"/>
                  <a:pt x="4419490" y="493140"/>
                </a:cubicBezTo>
                <a:cubicBezTo>
                  <a:pt x="4462288" y="729602"/>
                  <a:pt x="4358375" y="816341"/>
                  <a:pt x="4419490" y="1049235"/>
                </a:cubicBezTo>
                <a:cubicBezTo>
                  <a:pt x="4295901" y="1080209"/>
                  <a:pt x="4124370" y="1038770"/>
                  <a:pt x="3999638" y="1049235"/>
                </a:cubicBezTo>
                <a:cubicBezTo>
                  <a:pt x="3874906" y="1059700"/>
                  <a:pt x="3743133" y="1027226"/>
                  <a:pt x="3535592" y="1049235"/>
                </a:cubicBezTo>
                <a:cubicBezTo>
                  <a:pt x="3328051" y="1071244"/>
                  <a:pt x="3146269" y="983007"/>
                  <a:pt x="2938961" y="1049235"/>
                </a:cubicBezTo>
                <a:cubicBezTo>
                  <a:pt x="2731653" y="1115463"/>
                  <a:pt x="2527501" y="1000652"/>
                  <a:pt x="2298135" y="1049235"/>
                </a:cubicBezTo>
                <a:cubicBezTo>
                  <a:pt x="2068769" y="1097818"/>
                  <a:pt x="2035081" y="989671"/>
                  <a:pt x="1789893" y="1049235"/>
                </a:cubicBezTo>
                <a:cubicBezTo>
                  <a:pt x="1544705" y="1108799"/>
                  <a:pt x="1390023" y="1035930"/>
                  <a:pt x="1149067" y="1049235"/>
                </a:cubicBezTo>
                <a:cubicBezTo>
                  <a:pt x="908111" y="1062540"/>
                  <a:pt x="847426" y="1005941"/>
                  <a:pt x="685021" y="1049235"/>
                </a:cubicBezTo>
                <a:cubicBezTo>
                  <a:pt x="522616" y="1092529"/>
                  <a:pt x="235594" y="1020100"/>
                  <a:pt x="0" y="1049235"/>
                </a:cubicBezTo>
                <a:cubicBezTo>
                  <a:pt x="-29029" y="837747"/>
                  <a:pt x="21610" y="712822"/>
                  <a:pt x="0" y="556095"/>
                </a:cubicBezTo>
                <a:cubicBezTo>
                  <a:pt x="-21610" y="399368"/>
                  <a:pt x="34332" y="150908"/>
                  <a:pt x="0" y="0"/>
                </a:cubicBezTo>
                <a:close/>
              </a:path>
              <a:path w="4419490" h="1049235" stroke="0" extrusionOk="0">
                <a:moveTo>
                  <a:pt x="0" y="0"/>
                </a:moveTo>
                <a:cubicBezTo>
                  <a:pt x="161279" y="-51134"/>
                  <a:pt x="401000" y="11002"/>
                  <a:pt x="508241" y="0"/>
                </a:cubicBezTo>
                <a:cubicBezTo>
                  <a:pt x="615482" y="-11002"/>
                  <a:pt x="772591" y="17446"/>
                  <a:pt x="928093" y="0"/>
                </a:cubicBezTo>
                <a:cubicBezTo>
                  <a:pt x="1083595" y="-17446"/>
                  <a:pt x="1278960" y="18071"/>
                  <a:pt x="1568919" y="0"/>
                </a:cubicBezTo>
                <a:cubicBezTo>
                  <a:pt x="1858878" y="-18071"/>
                  <a:pt x="1969921" y="16752"/>
                  <a:pt x="2077160" y="0"/>
                </a:cubicBezTo>
                <a:cubicBezTo>
                  <a:pt x="2184399" y="-16752"/>
                  <a:pt x="2440628" y="60238"/>
                  <a:pt x="2585402" y="0"/>
                </a:cubicBezTo>
                <a:cubicBezTo>
                  <a:pt x="2730176" y="-60238"/>
                  <a:pt x="3029318" y="5693"/>
                  <a:pt x="3226228" y="0"/>
                </a:cubicBezTo>
                <a:cubicBezTo>
                  <a:pt x="3423138" y="-5693"/>
                  <a:pt x="3563670" y="24434"/>
                  <a:pt x="3690274" y="0"/>
                </a:cubicBezTo>
                <a:cubicBezTo>
                  <a:pt x="3816878" y="-24434"/>
                  <a:pt x="4100746" y="709"/>
                  <a:pt x="4419490" y="0"/>
                </a:cubicBezTo>
                <a:cubicBezTo>
                  <a:pt x="4480167" y="145646"/>
                  <a:pt x="4355898" y="431826"/>
                  <a:pt x="4419490" y="545602"/>
                </a:cubicBezTo>
                <a:cubicBezTo>
                  <a:pt x="4483082" y="659378"/>
                  <a:pt x="4398679" y="925548"/>
                  <a:pt x="4419490" y="1049235"/>
                </a:cubicBezTo>
                <a:cubicBezTo>
                  <a:pt x="4166722" y="1115407"/>
                  <a:pt x="4116170" y="1015917"/>
                  <a:pt x="3867054" y="1049235"/>
                </a:cubicBezTo>
                <a:cubicBezTo>
                  <a:pt x="3617938" y="1082553"/>
                  <a:pt x="3558683" y="1006130"/>
                  <a:pt x="3358812" y="1049235"/>
                </a:cubicBezTo>
                <a:cubicBezTo>
                  <a:pt x="3158941" y="1092340"/>
                  <a:pt x="2889809" y="991128"/>
                  <a:pt x="2717986" y="1049235"/>
                </a:cubicBezTo>
                <a:cubicBezTo>
                  <a:pt x="2546163" y="1107342"/>
                  <a:pt x="2339088" y="1007580"/>
                  <a:pt x="2077160" y="1049235"/>
                </a:cubicBezTo>
                <a:cubicBezTo>
                  <a:pt x="1815232" y="1090890"/>
                  <a:pt x="1757011" y="1047698"/>
                  <a:pt x="1613114" y="1049235"/>
                </a:cubicBezTo>
                <a:cubicBezTo>
                  <a:pt x="1469217" y="1050772"/>
                  <a:pt x="1271125" y="999694"/>
                  <a:pt x="1060678" y="1049235"/>
                </a:cubicBezTo>
                <a:cubicBezTo>
                  <a:pt x="850231" y="1098776"/>
                  <a:pt x="437843" y="981087"/>
                  <a:pt x="0" y="1049235"/>
                </a:cubicBezTo>
                <a:cubicBezTo>
                  <a:pt x="-33392" y="805988"/>
                  <a:pt x="44060" y="662347"/>
                  <a:pt x="0" y="524618"/>
                </a:cubicBezTo>
                <a:cubicBezTo>
                  <a:pt x="-44060" y="386889"/>
                  <a:pt x="14683" y="184150"/>
                  <a:pt x="0" y="0"/>
                </a:cubicBezTo>
                <a:close/>
              </a:path>
            </a:pathLst>
          </a:custGeom>
          <a:solidFill>
            <a:srgbClr val="C00000">
              <a:alpha val="23000"/>
            </a:srgbClr>
          </a:solidFill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C00000"/>
                </a:solidFill>
              </a:rPr>
              <a:t>Sicherheits-Rückfragen</a:t>
            </a:r>
          </a:p>
        </p:txBody>
      </p:sp>
    </p:spTree>
    <p:extLst>
      <p:ext uri="{BB962C8B-B14F-4D97-AF65-F5344CB8AC3E}">
        <p14:creationId xmlns:p14="http://schemas.microsoft.com/office/powerpoint/2010/main" val="305317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6E314-8F08-F560-2063-89A19D9D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699F3B72-58F9-74E3-84B0-2A72F57B9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33"/>
          <a:stretch>
            <a:fillRect/>
          </a:stretch>
        </p:blipFill>
        <p:spPr>
          <a:xfrm>
            <a:off x="729574" y="171810"/>
            <a:ext cx="10732852" cy="566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6B9CD9F-1D38-5C31-B7EF-021BCD2CD24D}"/>
              </a:ext>
            </a:extLst>
          </p:cNvPr>
          <p:cNvCxnSpPr>
            <a:cxnSpLocks/>
          </p:cNvCxnSpPr>
          <p:nvPr/>
        </p:nvCxnSpPr>
        <p:spPr>
          <a:xfrm flipH="1">
            <a:off x="4991100" y="3632200"/>
            <a:ext cx="2451100" cy="7175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el 1">
            <a:extLst>
              <a:ext uri="{FF2B5EF4-FFF2-40B4-BE49-F238E27FC236}">
                <a16:creationId xmlns:a16="http://schemas.microsoft.com/office/drawing/2014/main" id="{AF934695-CB11-C5A7-7EFA-F61F8785C29F}"/>
              </a:ext>
            </a:extLst>
          </p:cNvPr>
          <p:cNvSpPr txBox="1">
            <a:spLocks/>
          </p:cNvSpPr>
          <p:nvPr/>
        </p:nvSpPr>
        <p:spPr>
          <a:xfrm rot="20961358">
            <a:off x="3257606" y="570938"/>
            <a:ext cx="4419490" cy="1049235"/>
          </a:xfrm>
          <a:custGeom>
            <a:avLst/>
            <a:gdLst>
              <a:gd name="csX0" fmla="*/ 0 w 4419490"/>
              <a:gd name="csY0" fmla="*/ 0 h 1049235"/>
              <a:gd name="csX1" fmla="*/ 464046 w 4419490"/>
              <a:gd name="csY1" fmla="*/ 0 h 1049235"/>
              <a:gd name="csX2" fmla="*/ 972288 w 4419490"/>
              <a:gd name="csY2" fmla="*/ 0 h 1049235"/>
              <a:gd name="csX3" fmla="*/ 1436334 w 4419490"/>
              <a:gd name="csY3" fmla="*/ 0 h 1049235"/>
              <a:gd name="csX4" fmla="*/ 2032965 w 4419490"/>
              <a:gd name="csY4" fmla="*/ 0 h 1049235"/>
              <a:gd name="csX5" fmla="*/ 2585402 w 4419490"/>
              <a:gd name="csY5" fmla="*/ 0 h 1049235"/>
              <a:gd name="csX6" fmla="*/ 3137838 w 4419490"/>
              <a:gd name="csY6" fmla="*/ 0 h 1049235"/>
              <a:gd name="csX7" fmla="*/ 3778664 w 4419490"/>
              <a:gd name="csY7" fmla="*/ 0 h 1049235"/>
              <a:gd name="csX8" fmla="*/ 4419490 w 4419490"/>
              <a:gd name="csY8" fmla="*/ 0 h 1049235"/>
              <a:gd name="csX9" fmla="*/ 4419490 w 4419490"/>
              <a:gd name="csY9" fmla="*/ 493140 h 1049235"/>
              <a:gd name="csX10" fmla="*/ 4419490 w 4419490"/>
              <a:gd name="csY10" fmla="*/ 1049235 h 1049235"/>
              <a:gd name="csX11" fmla="*/ 3999638 w 4419490"/>
              <a:gd name="csY11" fmla="*/ 1049235 h 1049235"/>
              <a:gd name="csX12" fmla="*/ 3535592 w 4419490"/>
              <a:gd name="csY12" fmla="*/ 1049235 h 1049235"/>
              <a:gd name="csX13" fmla="*/ 2938961 w 4419490"/>
              <a:gd name="csY13" fmla="*/ 1049235 h 1049235"/>
              <a:gd name="csX14" fmla="*/ 2298135 w 4419490"/>
              <a:gd name="csY14" fmla="*/ 1049235 h 1049235"/>
              <a:gd name="csX15" fmla="*/ 1789893 w 4419490"/>
              <a:gd name="csY15" fmla="*/ 1049235 h 1049235"/>
              <a:gd name="csX16" fmla="*/ 1149067 w 4419490"/>
              <a:gd name="csY16" fmla="*/ 1049235 h 1049235"/>
              <a:gd name="csX17" fmla="*/ 685021 w 4419490"/>
              <a:gd name="csY17" fmla="*/ 1049235 h 1049235"/>
              <a:gd name="csX18" fmla="*/ 0 w 4419490"/>
              <a:gd name="csY18" fmla="*/ 1049235 h 1049235"/>
              <a:gd name="csX19" fmla="*/ 0 w 4419490"/>
              <a:gd name="csY19" fmla="*/ 556095 h 1049235"/>
              <a:gd name="csX20" fmla="*/ 0 w 4419490"/>
              <a:gd name="csY20" fmla="*/ 0 h 1049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419490" h="1049235" fill="none" extrusionOk="0">
                <a:moveTo>
                  <a:pt x="0" y="0"/>
                </a:moveTo>
                <a:cubicBezTo>
                  <a:pt x="224924" y="-16340"/>
                  <a:pt x="317830" y="32681"/>
                  <a:pt x="464046" y="0"/>
                </a:cubicBezTo>
                <a:cubicBezTo>
                  <a:pt x="610262" y="-32681"/>
                  <a:pt x="720716" y="14604"/>
                  <a:pt x="972288" y="0"/>
                </a:cubicBezTo>
                <a:cubicBezTo>
                  <a:pt x="1223860" y="-14604"/>
                  <a:pt x="1331663" y="23548"/>
                  <a:pt x="1436334" y="0"/>
                </a:cubicBezTo>
                <a:cubicBezTo>
                  <a:pt x="1541005" y="-23548"/>
                  <a:pt x="1827937" y="28448"/>
                  <a:pt x="2032965" y="0"/>
                </a:cubicBezTo>
                <a:cubicBezTo>
                  <a:pt x="2237993" y="-28448"/>
                  <a:pt x="2395999" y="43114"/>
                  <a:pt x="2585402" y="0"/>
                </a:cubicBezTo>
                <a:cubicBezTo>
                  <a:pt x="2774805" y="-43114"/>
                  <a:pt x="2911732" y="37339"/>
                  <a:pt x="3137838" y="0"/>
                </a:cubicBezTo>
                <a:cubicBezTo>
                  <a:pt x="3363944" y="-37339"/>
                  <a:pt x="3472711" y="40274"/>
                  <a:pt x="3778664" y="0"/>
                </a:cubicBezTo>
                <a:cubicBezTo>
                  <a:pt x="4084617" y="-40274"/>
                  <a:pt x="4280819" y="65961"/>
                  <a:pt x="4419490" y="0"/>
                </a:cubicBezTo>
                <a:cubicBezTo>
                  <a:pt x="4465996" y="148995"/>
                  <a:pt x="4376692" y="256678"/>
                  <a:pt x="4419490" y="493140"/>
                </a:cubicBezTo>
                <a:cubicBezTo>
                  <a:pt x="4462288" y="729602"/>
                  <a:pt x="4358375" y="816341"/>
                  <a:pt x="4419490" y="1049235"/>
                </a:cubicBezTo>
                <a:cubicBezTo>
                  <a:pt x="4295901" y="1080209"/>
                  <a:pt x="4124370" y="1038770"/>
                  <a:pt x="3999638" y="1049235"/>
                </a:cubicBezTo>
                <a:cubicBezTo>
                  <a:pt x="3874906" y="1059700"/>
                  <a:pt x="3743133" y="1027226"/>
                  <a:pt x="3535592" y="1049235"/>
                </a:cubicBezTo>
                <a:cubicBezTo>
                  <a:pt x="3328051" y="1071244"/>
                  <a:pt x="3146269" y="983007"/>
                  <a:pt x="2938961" y="1049235"/>
                </a:cubicBezTo>
                <a:cubicBezTo>
                  <a:pt x="2731653" y="1115463"/>
                  <a:pt x="2527501" y="1000652"/>
                  <a:pt x="2298135" y="1049235"/>
                </a:cubicBezTo>
                <a:cubicBezTo>
                  <a:pt x="2068769" y="1097818"/>
                  <a:pt x="2035081" y="989671"/>
                  <a:pt x="1789893" y="1049235"/>
                </a:cubicBezTo>
                <a:cubicBezTo>
                  <a:pt x="1544705" y="1108799"/>
                  <a:pt x="1390023" y="1035930"/>
                  <a:pt x="1149067" y="1049235"/>
                </a:cubicBezTo>
                <a:cubicBezTo>
                  <a:pt x="908111" y="1062540"/>
                  <a:pt x="847426" y="1005941"/>
                  <a:pt x="685021" y="1049235"/>
                </a:cubicBezTo>
                <a:cubicBezTo>
                  <a:pt x="522616" y="1092529"/>
                  <a:pt x="235594" y="1020100"/>
                  <a:pt x="0" y="1049235"/>
                </a:cubicBezTo>
                <a:cubicBezTo>
                  <a:pt x="-29029" y="837747"/>
                  <a:pt x="21610" y="712822"/>
                  <a:pt x="0" y="556095"/>
                </a:cubicBezTo>
                <a:cubicBezTo>
                  <a:pt x="-21610" y="399368"/>
                  <a:pt x="34332" y="150908"/>
                  <a:pt x="0" y="0"/>
                </a:cubicBezTo>
                <a:close/>
              </a:path>
              <a:path w="4419490" h="1049235" stroke="0" extrusionOk="0">
                <a:moveTo>
                  <a:pt x="0" y="0"/>
                </a:moveTo>
                <a:cubicBezTo>
                  <a:pt x="161279" y="-51134"/>
                  <a:pt x="401000" y="11002"/>
                  <a:pt x="508241" y="0"/>
                </a:cubicBezTo>
                <a:cubicBezTo>
                  <a:pt x="615482" y="-11002"/>
                  <a:pt x="772591" y="17446"/>
                  <a:pt x="928093" y="0"/>
                </a:cubicBezTo>
                <a:cubicBezTo>
                  <a:pt x="1083595" y="-17446"/>
                  <a:pt x="1278960" y="18071"/>
                  <a:pt x="1568919" y="0"/>
                </a:cubicBezTo>
                <a:cubicBezTo>
                  <a:pt x="1858878" y="-18071"/>
                  <a:pt x="1969921" y="16752"/>
                  <a:pt x="2077160" y="0"/>
                </a:cubicBezTo>
                <a:cubicBezTo>
                  <a:pt x="2184399" y="-16752"/>
                  <a:pt x="2440628" y="60238"/>
                  <a:pt x="2585402" y="0"/>
                </a:cubicBezTo>
                <a:cubicBezTo>
                  <a:pt x="2730176" y="-60238"/>
                  <a:pt x="3029318" y="5693"/>
                  <a:pt x="3226228" y="0"/>
                </a:cubicBezTo>
                <a:cubicBezTo>
                  <a:pt x="3423138" y="-5693"/>
                  <a:pt x="3563670" y="24434"/>
                  <a:pt x="3690274" y="0"/>
                </a:cubicBezTo>
                <a:cubicBezTo>
                  <a:pt x="3816878" y="-24434"/>
                  <a:pt x="4100746" y="709"/>
                  <a:pt x="4419490" y="0"/>
                </a:cubicBezTo>
                <a:cubicBezTo>
                  <a:pt x="4480167" y="145646"/>
                  <a:pt x="4355898" y="431826"/>
                  <a:pt x="4419490" y="545602"/>
                </a:cubicBezTo>
                <a:cubicBezTo>
                  <a:pt x="4483082" y="659378"/>
                  <a:pt x="4398679" y="925548"/>
                  <a:pt x="4419490" y="1049235"/>
                </a:cubicBezTo>
                <a:cubicBezTo>
                  <a:pt x="4166722" y="1115407"/>
                  <a:pt x="4116170" y="1015917"/>
                  <a:pt x="3867054" y="1049235"/>
                </a:cubicBezTo>
                <a:cubicBezTo>
                  <a:pt x="3617938" y="1082553"/>
                  <a:pt x="3558683" y="1006130"/>
                  <a:pt x="3358812" y="1049235"/>
                </a:cubicBezTo>
                <a:cubicBezTo>
                  <a:pt x="3158941" y="1092340"/>
                  <a:pt x="2889809" y="991128"/>
                  <a:pt x="2717986" y="1049235"/>
                </a:cubicBezTo>
                <a:cubicBezTo>
                  <a:pt x="2546163" y="1107342"/>
                  <a:pt x="2339088" y="1007580"/>
                  <a:pt x="2077160" y="1049235"/>
                </a:cubicBezTo>
                <a:cubicBezTo>
                  <a:pt x="1815232" y="1090890"/>
                  <a:pt x="1757011" y="1047698"/>
                  <a:pt x="1613114" y="1049235"/>
                </a:cubicBezTo>
                <a:cubicBezTo>
                  <a:pt x="1469217" y="1050772"/>
                  <a:pt x="1271125" y="999694"/>
                  <a:pt x="1060678" y="1049235"/>
                </a:cubicBezTo>
                <a:cubicBezTo>
                  <a:pt x="850231" y="1098776"/>
                  <a:pt x="437843" y="981087"/>
                  <a:pt x="0" y="1049235"/>
                </a:cubicBezTo>
                <a:cubicBezTo>
                  <a:pt x="-33392" y="805988"/>
                  <a:pt x="44060" y="662347"/>
                  <a:pt x="0" y="524618"/>
                </a:cubicBezTo>
                <a:cubicBezTo>
                  <a:pt x="-44060" y="386889"/>
                  <a:pt x="14683" y="1841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C00000"/>
                </a:solidFill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2208190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76F3-55E8-40AD-DACC-4B2C8836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089CD32-FA5B-21C4-FFFE-88061E7CA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88"/>
          <a:stretch>
            <a:fillRect/>
          </a:stretch>
        </p:blipFill>
        <p:spPr>
          <a:xfrm>
            <a:off x="355600" y="0"/>
            <a:ext cx="11480800" cy="6858000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8BA7F114-7079-5B9A-B474-6081BC1C8E28}"/>
              </a:ext>
            </a:extLst>
          </p:cNvPr>
          <p:cNvSpPr txBox="1">
            <a:spLocks/>
          </p:cNvSpPr>
          <p:nvPr/>
        </p:nvSpPr>
        <p:spPr>
          <a:xfrm rot="20961358">
            <a:off x="3257606" y="570938"/>
            <a:ext cx="4419490" cy="1049235"/>
          </a:xfrm>
          <a:custGeom>
            <a:avLst/>
            <a:gdLst>
              <a:gd name="csX0" fmla="*/ 0 w 4419490"/>
              <a:gd name="csY0" fmla="*/ 0 h 1049235"/>
              <a:gd name="csX1" fmla="*/ 464046 w 4419490"/>
              <a:gd name="csY1" fmla="*/ 0 h 1049235"/>
              <a:gd name="csX2" fmla="*/ 972288 w 4419490"/>
              <a:gd name="csY2" fmla="*/ 0 h 1049235"/>
              <a:gd name="csX3" fmla="*/ 1436334 w 4419490"/>
              <a:gd name="csY3" fmla="*/ 0 h 1049235"/>
              <a:gd name="csX4" fmla="*/ 2032965 w 4419490"/>
              <a:gd name="csY4" fmla="*/ 0 h 1049235"/>
              <a:gd name="csX5" fmla="*/ 2585402 w 4419490"/>
              <a:gd name="csY5" fmla="*/ 0 h 1049235"/>
              <a:gd name="csX6" fmla="*/ 3137838 w 4419490"/>
              <a:gd name="csY6" fmla="*/ 0 h 1049235"/>
              <a:gd name="csX7" fmla="*/ 3778664 w 4419490"/>
              <a:gd name="csY7" fmla="*/ 0 h 1049235"/>
              <a:gd name="csX8" fmla="*/ 4419490 w 4419490"/>
              <a:gd name="csY8" fmla="*/ 0 h 1049235"/>
              <a:gd name="csX9" fmla="*/ 4419490 w 4419490"/>
              <a:gd name="csY9" fmla="*/ 493140 h 1049235"/>
              <a:gd name="csX10" fmla="*/ 4419490 w 4419490"/>
              <a:gd name="csY10" fmla="*/ 1049235 h 1049235"/>
              <a:gd name="csX11" fmla="*/ 3999638 w 4419490"/>
              <a:gd name="csY11" fmla="*/ 1049235 h 1049235"/>
              <a:gd name="csX12" fmla="*/ 3535592 w 4419490"/>
              <a:gd name="csY12" fmla="*/ 1049235 h 1049235"/>
              <a:gd name="csX13" fmla="*/ 2938961 w 4419490"/>
              <a:gd name="csY13" fmla="*/ 1049235 h 1049235"/>
              <a:gd name="csX14" fmla="*/ 2298135 w 4419490"/>
              <a:gd name="csY14" fmla="*/ 1049235 h 1049235"/>
              <a:gd name="csX15" fmla="*/ 1789893 w 4419490"/>
              <a:gd name="csY15" fmla="*/ 1049235 h 1049235"/>
              <a:gd name="csX16" fmla="*/ 1149067 w 4419490"/>
              <a:gd name="csY16" fmla="*/ 1049235 h 1049235"/>
              <a:gd name="csX17" fmla="*/ 685021 w 4419490"/>
              <a:gd name="csY17" fmla="*/ 1049235 h 1049235"/>
              <a:gd name="csX18" fmla="*/ 0 w 4419490"/>
              <a:gd name="csY18" fmla="*/ 1049235 h 1049235"/>
              <a:gd name="csX19" fmla="*/ 0 w 4419490"/>
              <a:gd name="csY19" fmla="*/ 556095 h 1049235"/>
              <a:gd name="csX20" fmla="*/ 0 w 4419490"/>
              <a:gd name="csY20" fmla="*/ 0 h 1049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419490" h="1049235" fill="none" extrusionOk="0">
                <a:moveTo>
                  <a:pt x="0" y="0"/>
                </a:moveTo>
                <a:cubicBezTo>
                  <a:pt x="224924" y="-16340"/>
                  <a:pt x="317830" y="32681"/>
                  <a:pt x="464046" y="0"/>
                </a:cubicBezTo>
                <a:cubicBezTo>
                  <a:pt x="610262" y="-32681"/>
                  <a:pt x="720716" y="14604"/>
                  <a:pt x="972288" y="0"/>
                </a:cubicBezTo>
                <a:cubicBezTo>
                  <a:pt x="1223860" y="-14604"/>
                  <a:pt x="1331663" y="23548"/>
                  <a:pt x="1436334" y="0"/>
                </a:cubicBezTo>
                <a:cubicBezTo>
                  <a:pt x="1541005" y="-23548"/>
                  <a:pt x="1827937" y="28448"/>
                  <a:pt x="2032965" y="0"/>
                </a:cubicBezTo>
                <a:cubicBezTo>
                  <a:pt x="2237993" y="-28448"/>
                  <a:pt x="2395999" y="43114"/>
                  <a:pt x="2585402" y="0"/>
                </a:cubicBezTo>
                <a:cubicBezTo>
                  <a:pt x="2774805" y="-43114"/>
                  <a:pt x="2911732" y="37339"/>
                  <a:pt x="3137838" y="0"/>
                </a:cubicBezTo>
                <a:cubicBezTo>
                  <a:pt x="3363944" y="-37339"/>
                  <a:pt x="3472711" y="40274"/>
                  <a:pt x="3778664" y="0"/>
                </a:cubicBezTo>
                <a:cubicBezTo>
                  <a:pt x="4084617" y="-40274"/>
                  <a:pt x="4280819" y="65961"/>
                  <a:pt x="4419490" y="0"/>
                </a:cubicBezTo>
                <a:cubicBezTo>
                  <a:pt x="4465996" y="148995"/>
                  <a:pt x="4376692" y="256678"/>
                  <a:pt x="4419490" y="493140"/>
                </a:cubicBezTo>
                <a:cubicBezTo>
                  <a:pt x="4462288" y="729602"/>
                  <a:pt x="4358375" y="816341"/>
                  <a:pt x="4419490" y="1049235"/>
                </a:cubicBezTo>
                <a:cubicBezTo>
                  <a:pt x="4295901" y="1080209"/>
                  <a:pt x="4124370" y="1038770"/>
                  <a:pt x="3999638" y="1049235"/>
                </a:cubicBezTo>
                <a:cubicBezTo>
                  <a:pt x="3874906" y="1059700"/>
                  <a:pt x="3743133" y="1027226"/>
                  <a:pt x="3535592" y="1049235"/>
                </a:cubicBezTo>
                <a:cubicBezTo>
                  <a:pt x="3328051" y="1071244"/>
                  <a:pt x="3146269" y="983007"/>
                  <a:pt x="2938961" y="1049235"/>
                </a:cubicBezTo>
                <a:cubicBezTo>
                  <a:pt x="2731653" y="1115463"/>
                  <a:pt x="2527501" y="1000652"/>
                  <a:pt x="2298135" y="1049235"/>
                </a:cubicBezTo>
                <a:cubicBezTo>
                  <a:pt x="2068769" y="1097818"/>
                  <a:pt x="2035081" y="989671"/>
                  <a:pt x="1789893" y="1049235"/>
                </a:cubicBezTo>
                <a:cubicBezTo>
                  <a:pt x="1544705" y="1108799"/>
                  <a:pt x="1390023" y="1035930"/>
                  <a:pt x="1149067" y="1049235"/>
                </a:cubicBezTo>
                <a:cubicBezTo>
                  <a:pt x="908111" y="1062540"/>
                  <a:pt x="847426" y="1005941"/>
                  <a:pt x="685021" y="1049235"/>
                </a:cubicBezTo>
                <a:cubicBezTo>
                  <a:pt x="522616" y="1092529"/>
                  <a:pt x="235594" y="1020100"/>
                  <a:pt x="0" y="1049235"/>
                </a:cubicBezTo>
                <a:cubicBezTo>
                  <a:pt x="-29029" y="837747"/>
                  <a:pt x="21610" y="712822"/>
                  <a:pt x="0" y="556095"/>
                </a:cubicBezTo>
                <a:cubicBezTo>
                  <a:pt x="-21610" y="399368"/>
                  <a:pt x="34332" y="150908"/>
                  <a:pt x="0" y="0"/>
                </a:cubicBezTo>
                <a:close/>
              </a:path>
              <a:path w="4419490" h="1049235" stroke="0" extrusionOk="0">
                <a:moveTo>
                  <a:pt x="0" y="0"/>
                </a:moveTo>
                <a:cubicBezTo>
                  <a:pt x="161279" y="-51134"/>
                  <a:pt x="401000" y="11002"/>
                  <a:pt x="508241" y="0"/>
                </a:cubicBezTo>
                <a:cubicBezTo>
                  <a:pt x="615482" y="-11002"/>
                  <a:pt x="772591" y="17446"/>
                  <a:pt x="928093" y="0"/>
                </a:cubicBezTo>
                <a:cubicBezTo>
                  <a:pt x="1083595" y="-17446"/>
                  <a:pt x="1278960" y="18071"/>
                  <a:pt x="1568919" y="0"/>
                </a:cubicBezTo>
                <a:cubicBezTo>
                  <a:pt x="1858878" y="-18071"/>
                  <a:pt x="1969921" y="16752"/>
                  <a:pt x="2077160" y="0"/>
                </a:cubicBezTo>
                <a:cubicBezTo>
                  <a:pt x="2184399" y="-16752"/>
                  <a:pt x="2440628" y="60238"/>
                  <a:pt x="2585402" y="0"/>
                </a:cubicBezTo>
                <a:cubicBezTo>
                  <a:pt x="2730176" y="-60238"/>
                  <a:pt x="3029318" y="5693"/>
                  <a:pt x="3226228" y="0"/>
                </a:cubicBezTo>
                <a:cubicBezTo>
                  <a:pt x="3423138" y="-5693"/>
                  <a:pt x="3563670" y="24434"/>
                  <a:pt x="3690274" y="0"/>
                </a:cubicBezTo>
                <a:cubicBezTo>
                  <a:pt x="3816878" y="-24434"/>
                  <a:pt x="4100746" y="709"/>
                  <a:pt x="4419490" y="0"/>
                </a:cubicBezTo>
                <a:cubicBezTo>
                  <a:pt x="4480167" y="145646"/>
                  <a:pt x="4355898" y="431826"/>
                  <a:pt x="4419490" y="545602"/>
                </a:cubicBezTo>
                <a:cubicBezTo>
                  <a:pt x="4483082" y="659378"/>
                  <a:pt x="4398679" y="925548"/>
                  <a:pt x="4419490" y="1049235"/>
                </a:cubicBezTo>
                <a:cubicBezTo>
                  <a:pt x="4166722" y="1115407"/>
                  <a:pt x="4116170" y="1015917"/>
                  <a:pt x="3867054" y="1049235"/>
                </a:cubicBezTo>
                <a:cubicBezTo>
                  <a:pt x="3617938" y="1082553"/>
                  <a:pt x="3558683" y="1006130"/>
                  <a:pt x="3358812" y="1049235"/>
                </a:cubicBezTo>
                <a:cubicBezTo>
                  <a:pt x="3158941" y="1092340"/>
                  <a:pt x="2889809" y="991128"/>
                  <a:pt x="2717986" y="1049235"/>
                </a:cubicBezTo>
                <a:cubicBezTo>
                  <a:pt x="2546163" y="1107342"/>
                  <a:pt x="2339088" y="1007580"/>
                  <a:pt x="2077160" y="1049235"/>
                </a:cubicBezTo>
                <a:cubicBezTo>
                  <a:pt x="1815232" y="1090890"/>
                  <a:pt x="1757011" y="1047698"/>
                  <a:pt x="1613114" y="1049235"/>
                </a:cubicBezTo>
                <a:cubicBezTo>
                  <a:pt x="1469217" y="1050772"/>
                  <a:pt x="1271125" y="999694"/>
                  <a:pt x="1060678" y="1049235"/>
                </a:cubicBezTo>
                <a:cubicBezTo>
                  <a:pt x="850231" y="1098776"/>
                  <a:pt x="437843" y="981087"/>
                  <a:pt x="0" y="1049235"/>
                </a:cubicBezTo>
                <a:cubicBezTo>
                  <a:pt x="-33392" y="805988"/>
                  <a:pt x="44060" y="662347"/>
                  <a:pt x="0" y="524618"/>
                </a:cubicBezTo>
                <a:cubicBezTo>
                  <a:pt x="-44060" y="386889"/>
                  <a:pt x="14683" y="1841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C00000"/>
                </a:solidFill>
              </a:rPr>
              <a:t>Workflow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C15EC42-29E6-0E5C-61E1-EB5931127241}"/>
              </a:ext>
            </a:extLst>
          </p:cNvPr>
          <p:cNvCxnSpPr>
            <a:cxnSpLocks/>
          </p:cNvCxnSpPr>
          <p:nvPr/>
        </p:nvCxnSpPr>
        <p:spPr>
          <a:xfrm flipH="1">
            <a:off x="4279900" y="3346450"/>
            <a:ext cx="22098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092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FD464-C52C-F9AC-5150-DDF12CE9C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D11ED39-2363-44BC-72F3-9412A7929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b="3147"/>
          <a:stretch>
            <a:fillRect/>
          </a:stretch>
        </p:blipFill>
        <p:spPr>
          <a:xfrm>
            <a:off x="-1" y="0"/>
            <a:ext cx="12205323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9AD3CCB-9736-CA41-4E08-492EF66D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829174">
            <a:off x="1172180" y="2700959"/>
            <a:ext cx="10194321" cy="1456081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de-DE" b="1" cap="none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Vielen Dank für die Aufmerksamkeit !</a:t>
            </a:r>
          </a:p>
        </p:txBody>
      </p:sp>
    </p:spTree>
    <p:extLst>
      <p:ext uri="{BB962C8B-B14F-4D97-AF65-F5344CB8AC3E}">
        <p14:creationId xmlns:p14="http://schemas.microsoft.com/office/powerpoint/2010/main" val="3188453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161619-111C-71B7-77BB-F8DBF7EC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417081"/>
            <a:ext cx="9291215" cy="1049235"/>
          </a:xfrm>
        </p:spPr>
        <p:txBody>
          <a:bodyPr/>
          <a:lstStyle/>
          <a:p>
            <a:r>
              <a:rPr lang="de-DE" dirty="0">
                <a:solidFill>
                  <a:srgbClr val="C00000"/>
                </a:solidFill>
              </a:rPr>
              <a:t>Statistik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93269B-53B8-8BBF-F2E6-0BF82A8FF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274" y="2038350"/>
            <a:ext cx="10741826" cy="34053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u="sng" dirty="0"/>
              <a:t>Ohne Leer- oder Kommentarzeilen:</a:t>
            </a:r>
          </a:p>
          <a:p>
            <a:r>
              <a:rPr lang="de-DE" dirty="0"/>
              <a:t>Frontend 12.263 Codezeilen, Backend 5.262 Zeilen, insgesamt </a:t>
            </a:r>
            <a:r>
              <a:rPr lang="de-DE" b="1" dirty="0"/>
              <a:t>17.525 Zeilen (~550/d)</a:t>
            </a:r>
          </a:p>
          <a:p>
            <a:r>
              <a:rPr lang="de-DE" b="1" dirty="0"/>
              <a:t>HTML:</a:t>
            </a:r>
            <a:r>
              <a:rPr lang="de-DE" dirty="0"/>
              <a:t> 1.817</a:t>
            </a:r>
          </a:p>
          <a:p>
            <a:r>
              <a:rPr lang="de-DE" b="1" dirty="0"/>
              <a:t>CSS:</a:t>
            </a:r>
            <a:r>
              <a:rPr lang="de-DE" dirty="0"/>
              <a:t> 3.209</a:t>
            </a:r>
          </a:p>
          <a:p>
            <a:r>
              <a:rPr lang="de-DE" b="1" dirty="0"/>
              <a:t>JS:</a:t>
            </a:r>
            <a:r>
              <a:rPr lang="de-DE" dirty="0"/>
              <a:t> 7.237</a:t>
            </a:r>
          </a:p>
          <a:p>
            <a:r>
              <a:rPr lang="de-DE" b="1" dirty="0"/>
              <a:t>Java</a:t>
            </a:r>
            <a:r>
              <a:rPr lang="de-DE" dirty="0"/>
              <a:t>: 4.959</a:t>
            </a:r>
          </a:p>
          <a:p>
            <a:r>
              <a:rPr lang="de-DE" dirty="0"/>
              <a:t>SQL: 166 + Properties: 39 + XML: 98</a:t>
            </a:r>
          </a:p>
        </p:txBody>
      </p:sp>
    </p:spTree>
    <p:extLst>
      <p:ext uri="{BB962C8B-B14F-4D97-AF65-F5344CB8AC3E}">
        <p14:creationId xmlns:p14="http://schemas.microsoft.com/office/powerpoint/2010/main" val="2061147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4BA5A9-F565-8293-B8E9-EB957A00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522A50D-9527-E9CA-B891-73598B4545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71" b="1"/>
          <a:stretch>
            <a:fillRect/>
          </a:stretch>
        </p:blipFill>
        <p:spPr>
          <a:xfrm>
            <a:off x="217442" y="215900"/>
            <a:ext cx="11731049" cy="56453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0F2DD535-BFB3-0518-03B5-1F192B56841A}"/>
              </a:ext>
            </a:extLst>
          </p:cNvPr>
          <p:cNvSpPr txBox="1">
            <a:spLocks/>
          </p:cNvSpPr>
          <p:nvPr/>
        </p:nvSpPr>
        <p:spPr>
          <a:xfrm rot="20961358">
            <a:off x="5784906" y="1980637"/>
            <a:ext cx="4419490" cy="1049235"/>
          </a:xfrm>
          <a:custGeom>
            <a:avLst/>
            <a:gdLst>
              <a:gd name="csX0" fmla="*/ 0 w 4419490"/>
              <a:gd name="csY0" fmla="*/ 0 h 1049235"/>
              <a:gd name="csX1" fmla="*/ 464046 w 4419490"/>
              <a:gd name="csY1" fmla="*/ 0 h 1049235"/>
              <a:gd name="csX2" fmla="*/ 972288 w 4419490"/>
              <a:gd name="csY2" fmla="*/ 0 h 1049235"/>
              <a:gd name="csX3" fmla="*/ 1436334 w 4419490"/>
              <a:gd name="csY3" fmla="*/ 0 h 1049235"/>
              <a:gd name="csX4" fmla="*/ 2032965 w 4419490"/>
              <a:gd name="csY4" fmla="*/ 0 h 1049235"/>
              <a:gd name="csX5" fmla="*/ 2585402 w 4419490"/>
              <a:gd name="csY5" fmla="*/ 0 h 1049235"/>
              <a:gd name="csX6" fmla="*/ 3137838 w 4419490"/>
              <a:gd name="csY6" fmla="*/ 0 h 1049235"/>
              <a:gd name="csX7" fmla="*/ 3778664 w 4419490"/>
              <a:gd name="csY7" fmla="*/ 0 h 1049235"/>
              <a:gd name="csX8" fmla="*/ 4419490 w 4419490"/>
              <a:gd name="csY8" fmla="*/ 0 h 1049235"/>
              <a:gd name="csX9" fmla="*/ 4419490 w 4419490"/>
              <a:gd name="csY9" fmla="*/ 493140 h 1049235"/>
              <a:gd name="csX10" fmla="*/ 4419490 w 4419490"/>
              <a:gd name="csY10" fmla="*/ 1049235 h 1049235"/>
              <a:gd name="csX11" fmla="*/ 3999638 w 4419490"/>
              <a:gd name="csY11" fmla="*/ 1049235 h 1049235"/>
              <a:gd name="csX12" fmla="*/ 3535592 w 4419490"/>
              <a:gd name="csY12" fmla="*/ 1049235 h 1049235"/>
              <a:gd name="csX13" fmla="*/ 2938961 w 4419490"/>
              <a:gd name="csY13" fmla="*/ 1049235 h 1049235"/>
              <a:gd name="csX14" fmla="*/ 2298135 w 4419490"/>
              <a:gd name="csY14" fmla="*/ 1049235 h 1049235"/>
              <a:gd name="csX15" fmla="*/ 1789893 w 4419490"/>
              <a:gd name="csY15" fmla="*/ 1049235 h 1049235"/>
              <a:gd name="csX16" fmla="*/ 1149067 w 4419490"/>
              <a:gd name="csY16" fmla="*/ 1049235 h 1049235"/>
              <a:gd name="csX17" fmla="*/ 685021 w 4419490"/>
              <a:gd name="csY17" fmla="*/ 1049235 h 1049235"/>
              <a:gd name="csX18" fmla="*/ 0 w 4419490"/>
              <a:gd name="csY18" fmla="*/ 1049235 h 1049235"/>
              <a:gd name="csX19" fmla="*/ 0 w 4419490"/>
              <a:gd name="csY19" fmla="*/ 556095 h 1049235"/>
              <a:gd name="csX20" fmla="*/ 0 w 4419490"/>
              <a:gd name="csY20" fmla="*/ 0 h 1049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419490" h="1049235" fill="none" extrusionOk="0">
                <a:moveTo>
                  <a:pt x="0" y="0"/>
                </a:moveTo>
                <a:cubicBezTo>
                  <a:pt x="224924" y="-16340"/>
                  <a:pt x="317830" y="32681"/>
                  <a:pt x="464046" y="0"/>
                </a:cubicBezTo>
                <a:cubicBezTo>
                  <a:pt x="610262" y="-32681"/>
                  <a:pt x="720716" y="14604"/>
                  <a:pt x="972288" y="0"/>
                </a:cubicBezTo>
                <a:cubicBezTo>
                  <a:pt x="1223860" y="-14604"/>
                  <a:pt x="1331663" y="23548"/>
                  <a:pt x="1436334" y="0"/>
                </a:cubicBezTo>
                <a:cubicBezTo>
                  <a:pt x="1541005" y="-23548"/>
                  <a:pt x="1827937" y="28448"/>
                  <a:pt x="2032965" y="0"/>
                </a:cubicBezTo>
                <a:cubicBezTo>
                  <a:pt x="2237993" y="-28448"/>
                  <a:pt x="2395999" y="43114"/>
                  <a:pt x="2585402" y="0"/>
                </a:cubicBezTo>
                <a:cubicBezTo>
                  <a:pt x="2774805" y="-43114"/>
                  <a:pt x="2911732" y="37339"/>
                  <a:pt x="3137838" y="0"/>
                </a:cubicBezTo>
                <a:cubicBezTo>
                  <a:pt x="3363944" y="-37339"/>
                  <a:pt x="3472711" y="40274"/>
                  <a:pt x="3778664" y="0"/>
                </a:cubicBezTo>
                <a:cubicBezTo>
                  <a:pt x="4084617" y="-40274"/>
                  <a:pt x="4280819" y="65961"/>
                  <a:pt x="4419490" y="0"/>
                </a:cubicBezTo>
                <a:cubicBezTo>
                  <a:pt x="4465996" y="148995"/>
                  <a:pt x="4376692" y="256678"/>
                  <a:pt x="4419490" y="493140"/>
                </a:cubicBezTo>
                <a:cubicBezTo>
                  <a:pt x="4462288" y="729602"/>
                  <a:pt x="4358375" y="816341"/>
                  <a:pt x="4419490" y="1049235"/>
                </a:cubicBezTo>
                <a:cubicBezTo>
                  <a:pt x="4295901" y="1080209"/>
                  <a:pt x="4124370" y="1038770"/>
                  <a:pt x="3999638" y="1049235"/>
                </a:cubicBezTo>
                <a:cubicBezTo>
                  <a:pt x="3874906" y="1059700"/>
                  <a:pt x="3743133" y="1027226"/>
                  <a:pt x="3535592" y="1049235"/>
                </a:cubicBezTo>
                <a:cubicBezTo>
                  <a:pt x="3328051" y="1071244"/>
                  <a:pt x="3146269" y="983007"/>
                  <a:pt x="2938961" y="1049235"/>
                </a:cubicBezTo>
                <a:cubicBezTo>
                  <a:pt x="2731653" y="1115463"/>
                  <a:pt x="2527501" y="1000652"/>
                  <a:pt x="2298135" y="1049235"/>
                </a:cubicBezTo>
                <a:cubicBezTo>
                  <a:pt x="2068769" y="1097818"/>
                  <a:pt x="2035081" y="989671"/>
                  <a:pt x="1789893" y="1049235"/>
                </a:cubicBezTo>
                <a:cubicBezTo>
                  <a:pt x="1544705" y="1108799"/>
                  <a:pt x="1390023" y="1035930"/>
                  <a:pt x="1149067" y="1049235"/>
                </a:cubicBezTo>
                <a:cubicBezTo>
                  <a:pt x="908111" y="1062540"/>
                  <a:pt x="847426" y="1005941"/>
                  <a:pt x="685021" y="1049235"/>
                </a:cubicBezTo>
                <a:cubicBezTo>
                  <a:pt x="522616" y="1092529"/>
                  <a:pt x="235594" y="1020100"/>
                  <a:pt x="0" y="1049235"/>
                </a:cubicBezTo>
                <a:cubicBezTo>
                  <a:pt x="-29029" y="837747"/>
                  <a:pt x="21610" y="712822"/>
                  <a:pt x="0" y="556095"/>
                </a:cubicBezTo>
                <a:cubicBezTo>
                  <a:pt x="-21610" y="399368"/>
                  <a:pt x="34332" y="150908"/>
                  <a:pt x="0" y="0"/>
                </a:cubicBezTo>
                <a:close/>
              </a:path>
              <a:path w="4419490" h="1049235" stroke="0" extrusionOk="0">
                <a:moveTo>
                  <a:pt x="0" y="0"/>
                </a:moveTo>
                <a:cubicBezTo>
                  <a:pt x="161279" y="-51134"/>
                  <a:pt x="401000" y="11002"/>
                  <a:pt x="508241" y="0"/>
                </a:cubicBezTo>
                <a:cubicBezTo>
                  <a:pt x="615482" y="-11002"/>
                  <a:pt x="772591" y="17446"/>
                  <a:pt x="928093" y="0"/>
                </a:cubicBezTo>
                <a:cubicBezTo>
                  <a:pt x="1083595" y="-17446"/>
                  <a:pt x="1278960" y="18071"/>
                  <a:pt x="1568919" y="0"/>
                </a:cubicBezTo>
                <a:cubicBezTo>
                  <a:pt x="1858878" y="-18071"/>
                  <a:pt x="1969921" y="16752"/>
                  <a:pt x="2077160" y="0"/>
                </a:cubicBezTo>
                <a:cubicBezTo>
                  <a:pt x="2184399" y="-16752"/>
                  <a:pt x="2440628" y="60238"/>
                  <a:pt x="2585402" y="0"/>
                </a:cubicBezTo>
                <a:cubicBezTo>
                  <a:pt x="2730176" y="-60238"/>
                  <a:pt x="3029318" y="5693"/>
                  <a:pt x="3226228" y="0"/>
                </a:cubicBezTo>
                <a:cubicBezTo>
                  <a:pt x="3423138" y="-5693"/>
                  <a:pt x="3563670" y="24434"/>
                  <a:pt x="3690274" y="0"/>
                </a:cubicBezTo>
                <a:cubicBezTo>
                  <a:pt x="3816878" y="-24434"/>
                  <a:pt x="4100746" y="709"/>
                  <a:pt x="4419490" y="0"/>
                </a:cubicBezTo>
                <a:cubicBezTo>
                  <a:pt x="4480167" y="145646"/>
                  <a:pt x="4355898" y="431826"/>
                  <a:pt x="4419490" y="545602"/>
                </a:cubicBezTo>
                <a:cubicBezTo>
                  <a:pt x="4483082" y="659378"/>
                  <a:pt x="4398679" y="925548"/>
                  <a:pt x="4419490" y="1049235"/>
                </a:cubicBezTo>
                <a:cubicBezTo>
                  <a:pt x="4166722" y="1115407"/>
                  <a:pt x="4116170" y="1015917"/>
                  <a:pt x="3867054" y="1049235"/>
                </a:cubicBezTo>
                <a:cubicBezTo>
                  <a:pt x="3617938" y="1082553"/>
                  <a:pt x="3558683" y="1006130"/>
                  <a:pt x="3358812" y="1049235"/>
                </a:cubicBezTo>
                <a:cubicBezTo>
                  <a:pt x="3158941" y="1092340"/>
                  <a:pt x="2889809" y="991128"/>
                  <a:pt x="2717986" y="1049235"/>
                </a:cubicBezTo>
                <a:cubicBezTo>
                  <a:pt x="2546163" y="1107342"/>
                  <a:pt x="2339088" y="1007580"/>
                  <a:pt x="2077160" y="1049235"/>
                </a:cubicBezTo>
                <a:cubicBezTo>
                  <a:pt x="1815232" y="1090890"/>
                  <a:pt x="1757011" y="1047698"/>
                  <a:pt x="1613114" y="1049235"/>
                </a:cubicBezTo>
                <a:cubicBezTo>
                  <a:pt x="1469217" y="1050772"/>
                  <a:pt x="1271125" y="999694"/>
                  <a:pt x="1060678" y="1049235"/>
                </a:cubicBezTo>
                <a:cubicBezTo>
                  <a:pt x="850231" y="1098776"/>
                  <a:pt x="437843" y="981087"/>
                  <a:pt x="0" y="1049235"/>
                </a:cubicBezTo>
                <a:cubicBezTo>
                  <a:pt x="-33392" y="805988"/>
                  <a:pt x="44060" y="662347"/>
                  <a:pt x="0" y="524618"/>
                </a:cubicBezTo>
                <a:cubicBezTo>
                  <a:pt x="-44060" y="386889"/>
                  <a:pt x="14683" y="184150"/>
                  <a:pt x="0" y="0"/>
                </a:cubicBezTo>
                <a:close/>
              </a:path>
            </a:pathLst>
          </a:custGeom>
          <a:solidFill>
            <a:srgbClr val="C00000">
              <a:alpha val="23000"/>
            </a:srgbClr>
          </a:solidFill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C00000"/>
                </a:solidFill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29788200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DC183A-B65F-3B2D-F501-B5930B386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1E8A6AF-CD66-F5B6-6F11-9CD7CB547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15" y="1044370"/>
            <a:ext cx="11523170" cy="4729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DDA8EBA5-D13B-2647-841B-E807517BC4A9}"/>
              </a:ext>
            </a:extLst>
          </p:cNvPr>
          <p:cNvSpPr txBox="1">
            <a:spLocks/>
          </p:cNvSpPr>
          <p:nvPr/>
        </p:nvSpPr>
        <p:spPr>
          <a:xfrm>
            <a:off x="5289606" y="316937"/>
            <a:ext cx="4419490" cy="1049235"/>
          </a:xfrm>
          <a:custGeom>
            <a:avLst/>
            <a:gdLst>
              <a:gd name="csX0" fmla="*/ 0 w 4419490"/>
              <a:gd name="csY0" fmla="*/ 0 h 1049235"/>
              <a:gd name="csX1" fmla="*/ 464046 w 4419490"/>
              <a:gd name="csY1" fmla="*/ 0 h 1049235"/>
              <a:gd name="csX2" fmla="*/ 972288 w 4419490"/>
              <a:gd name="csY2" fmla="*/ 0 h 1049235"/>
              <a:gd name="csX3" fmla="*/ 1436334 w 4419490"/>
              <a:gd name="csY3" fmla="*/ 0 h 1049235"/>
              <a:gd name="csX4" fmla="*/ 2032965 w 4419490"/>
              <a:gd name="csY4" fmla="*/ 0 h 1049235"/>
              <a:gd name="csX5" fmla="*/ 2585402 w 4419490"/>
              <a:gd name="csY5" fmla="*/ 0 h 1049235"/>
              <a:gd name="csX6" fmla="*/ 3137838 w 4419490"/>
              <a:gd name="csY6" fmla="*/ 0 h 1049235"/>
              <a:gd name="csX7" fmla="*/ 3778664 w 4419490"/>
              <a:gd name="csY7" fmla="*/ 0 h 1049235"/>
              <a:gd name="csX8" fmla="*/ 4419490 w 4419490"/>
              <a:gd name="csY8" fmla="*/ 0 h 1049235"/>
              <a:gd name="csX9" fmla="*/ 4419490 w 4419490"/>
              <a:gd name="csY9" fmla="*/ 493140 h 1049235"/>
              <a:gd name="csX10" fmla="*/ 4419490 w 4419490"/>
              <a:gd name="csY10" fmla="*/ 1049235 h 1049235"/>
              <a:gd name="csX11" fmla="*/ 3999638 w 4419490"/>
              <a:gd name="csY11" fmla="*/ 1049235 h 1049235"/>
              <a:gd name="csX12" fmla="*/ 3535592 w 4419490"/>
              <a:gd name="csY12" fmla="*/ 1049235 h 1049235"/>
              <a:gd name="csX13" fmla="*/ 2938961 w 4419490"/>
              <a:gd name="csY13" fmla="*/ 1049235 h 1049235"/>
              <a:gd name="csX14" fmla="*/ 2298135 w 4419490"/>
              <a:gd name="csY14" fmla="*/ 1049235 h 1049235"/>
              <a:gd name="csX15" fmla="*/ 1789893 w 4419490"/>
              <a:gd name="csY15" fmla="*/ 1049235 h 1049235"/>
              <a:gd name="csX16" fmla="*/ 1149067 w 4419490"/>
              <a:gd name="csY16" fmla="*/ 1049235 h 1049235"/>
              <a:gd name="csX17" fmla="*/ 685021 w 4419490"/>
              <a:gd name="csY17" fmla="*/ 1049235 h 1049235"/>
              <a:gd name="csX18" fmla="*/ 0 w 4419490"/>
              <a:gd name="csY18" fmla="*/ 1049235 h 1049235"/>
              <a:gd name="csX19" fmla="*/ 0 w 4419490"/>
              <a:gd name="csY19" fmla="*/ 556095 h 1049235"/>
              <a:gd name="csX20" fmla="*/ 0 w 4419490"/>
              <a:gd name="csY20" fmla="*/ 0 h 1049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419490" h="1049235" fill="none" extrusionOk="0">
                <a:moveTo>
                  <a:pt x="0" y="0"/>
                </a:moveTo>
                <a:cubicBezTo>
                  <a:pt x="224924" y="-16340"/>
                  <a:pt x="317830" y="32681"/>
                  <a:pt x="464046" y="0"/>
                </a:cubicBezTo>
                <a:cubicBezTo>
                  <a:pt x="610262" y="-32681"/>
                  <a:pt x="720716" y="14604"/>
                  <a:pt x="972288" y="0"/>
                </a:cubicBezTo>
                <a:cubicBezTo>
                  <a:pt x="1223860" y="-14604"/>
                  <a:pt x="1331663" y="23548"/>
                  <a:pt x="1436334" y="0"/>
                </a:cubicBezTo>
                <a:cubicBezTo>
                  <a:pt x="1541005" y="-23548"/>
                  <a:pt x="1827937" y="28448"/>
                  <a:pt x="2032965" y="0"/>
                </a:cubicBezTo>
                <a:cubicBezTo>
                  <a:pt x="2237993" y="-28448"/>
                  <a:pt x="2395999" y="43114"/>
                  <a:pt x="2585402" y="0"/>
                </a:cubicBezTo>
                <a:cubicBezTo>
                  <a:pt x="2774805" y="-43114"/>
                  <a:pt x="2911732" y="37339"/>
                  <a:pt x="3137838" y="0"/>
                </a:cubicBezTo>
                <a:cubicBezTo>
                  <a:pt x="3363944" y="-37339"/>
                  <a:pt x="3472711" y="40274"/>
                  <a:pt x="3778664" y="0"/>
                </a:cubicBezTo>
                <a:cubicBezTo>
                  <a:pt x="4084617" y="-40274"/>
                  <a:pt x="4280819" y="65961"/>
                  <a:pt x="4419490" y="0"/>
                </a:cubicBezTo>
                <a:cubicBezTo>
                  <a:pt x="4465996" y="148995"/>
                  <a:pt x="4376692" y="256678"/>
                  <a:pt x="4419490" y="493140"/>
                </a:cubicBezTo>
                <a:cubicBezTo>
                  <a:pt x="4462288" y="729602"/>
                  <a:pt x="4358375" y="816341"/>
                  <a:pt x="4419490" y="1049235"/>
                </a:cubicBezTo>
                <a:cubicBezTo>
                  <a:pt x="4295901" y="1080209"/>
                  <a:pt x="4124370" y="1038770"/>
                  <a:pt x="3999638" y="1049235"/>
                </a:cubicBezTo>
                <a:cubicBezTo>
                  <a:pt x="3874906" y="1059700"/>
                  <a:pt x="3743133" y="1027226"/>
                  <a:pt x="3535592" y="1049235"/>
                </a:cubicBezTo>
                <a:cubicBezTo>
                  <a:pt x="3328051" y="1071244"/>
                  <a:pt x="3146269" y="983007"/>
                  <a:pt x="2938961" y="1049235"/>
                </a:cubicBezTo>
                <a:cubicBezTo>
                  <a:pt x="2731653" y="1115463"/>
                  <a:pt x="2527501" y="1000652"/>
                  <a:pt x="2298135" y="1049235"/>
                </a:cubicBezTo>
                <a:cubicBezTo>
                  <a:pt x="2068769" y="1097818"/>
                  <a:pt x="2035081" y="989671"/>
                  <a:pt x="1789893" y="1049235"/>
                </a:cubicBezTo>
                <a:cubicBezTo>
                  <a:pt x="1544705" y="1108799"/>
                  <a:pt x="1390023" y="1035930"/>
                  <a:pt x="1149067" y="1049235"/>
                </a:cubicBezTo>
                <a:cubicBezTo>
                  <a:pt x="908111" y="1062540"/>
                  <a:pt x="847426" y="1005941"/>
                  <a:pt x="685021" y="1049235"/>
                </a:cubicBezTo>
                <a:cubicBezTo>
                  <a:pt x="522616" y="1092529"/>
                  <a:pt x="235594" y="1020100"/>
                  <a:pt x="0" y="1049235"/>
                </a:cubicBezTo>
                <a:cubicBezTo>
                  <a:pt x="-29029" y="837747"/>
                  <a:pt x="21610" y="712822"/>
                  <a:pt x="0" y="556095"/>
                </a:cubicBezTo>
                <a:cubicBezTo>
                  <a:pt x="-21610" y="399368"/>
                  <a:pt x="34332" y="150908"/>
                  <a:pt x="0" y="0"/>
                </a:cubicBezTo>
                <a:close/>
              </a:path>
              <a:path w="4419490" h="1049235" stroke="0" extrusionOk="0">
                <a:moveTo>
                  <a:pt x="0" y="0"/>
                </a:moveTo>
                <a:cubicBezTo>
                  <a:pt x="161279" y="-51134"/>
                  <a:pt x="401000" y="11002"/>
                  <a:pt x="508241" y="0"/>
                </a:cubicBezTo>
                <a:cubicBezTo>
                  <a:pt x="615482" y="-11002"/>
                  <a:pt x="772591" y="17446"/>
                  <a:pt x="928093" y="0"/>
                </a:cubicBezTo>
                <a:cubicBezTo>
                  <a:pt x="1083595" y="-17446"/>
                  <a:pt x="1278960" y="18071"/>
                  <a:pt x="1568919" y="0"/>
                </a:cubicBezTo>
                <a:cubicBezTo>
                  <a:pt x="1858878" y="-18071"/>
                  <a:pt x="1969921" y="16752"/>
                  <a:pt x="2077160" y="0"/>
                </a:cubicBezTo>
                <a:cubicBezTo>
                  <a:pt x="2184399" y="-16752"/>
                  <a:pt x="2440628" y="60238"/>
                  <a:pt x="2585402" y="0"/>
                </a:cubicBezTo>
                <a:cubicBezTo>
                  <a:pt x="2730176" y="-60238"/>
                  <a:pt x="3029318" y="5693"/>
                  <a:pt x="3226228" y="0"/>
                </a:cubicBezTo>
                <a:cubicBezTo>
                  <a:pt x="3423138" y="-5693"/>
                  <a:pt x="3563670" y="24434"/>
                  <a:pt x="3690274" y="0"/>
                </a:cubicBezTo>
                <a:cubicBezTo>
                  <a:pt x="3816878" y="-24434"/>
                  <a:pt x="4100746" y="709"/>
                  <a:pt x="4419490" y="0"/>
                </a:cubicBezTo>
                <a:cubicBezTo>
                  <a:pt x="4480167" y="145646"/>
                  <a:pt x="4355898" y="431826"/>
                  <a:pt x="4419490" y="545602"/>
                </a:cubicBezTo>
                <a:cubicBezTo>
                  <a:pt x="4483082" y="659378"/>
                  <a:pt x="4398679" y="925548"/>
                  <a:pt x="4419490" y="1049235"/>
                </a:cubicBezTo>
                <a:cubicBezTo>
                  <a:pt x="4166722" y="1115407"/>
                  <a:pt x="4116170" y="1015917"/>
                  <a:pt x="3867054" y="1049235"/>
                </a:cubicBezTo>
                <a:cubicBezTo>
                  <a:pt x="3617938" y="1082553"/>
                  <a:pt x="3558683" y="1006130"/>
                  <a:pt x="3358812" y="1049235"/>
                </a:cubicBezTo>
                <a:cubicBezTo>
                  <a:pt x="3158941" y="1092340"/>
                  <a:pt x="2889809" y="991128"/>
                  <a:pt x="2717986" y="1049235"/>
                </a:cubicBezTo>
                <a:cubicBezTo>
                  <a:pt x="2546163" y="1107342"/>
                  <a:pt x="2339088" y="1007580"/>
                  <a:pt x="2077160" y="1049235"/>
                </a:cubicBezTo>
                <a:cubicBezTo>
                  <a:pt x="1815232" y="1090890"/>
                  <a:pt x="1757011" y="1047698"/>
                  <a:pt x="1613114" y="1049235"/>
                </a:cubicBezTo>
                <a:cubicBezTo>
                  <a:pt x="1469217" y="1050772"/>
                  <a:pt x="1271125" y="999694"/>
                  <a:pt x="1060678" y="1049235"/>
                </a:cubicBezTo>
                <a:cubicBezTo>
                  <a:pt x="850231" y="1098776"/>
                  <a:pt x="437843" y="981087"/>
                  <a:pt x="0" y="1049235"/>
                </a:cubicBezTo>
                <a:cubicBezTo>
                  <a:pt x="-33392" y="805988"/>
                  <a:pt x="44060" y="662347"/>
                  <a:pt x="0" y="524618"/>
                </a:cubicBezTo>
                <a:cubicBezTo>
                  <a:pt x="-44060" y="386889"/>
                  <a:pt x="14683" y="184150"/>
                  <a:pt x="0" y="0"/>
                </a:cubicBezTo>
                <a:close/>
              </a:path>
            </a:pathLst>
          </a:custGeom>
          <a:solidFill>
            <a:srgbClr val="C00000">
              <a:alpha val="23000"/>
            </a:srgbClr>
          </a:solidFill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C00000"/>
                </a:solidFill>
              </a:rPr>
              <a:t>Filtern</a:t>
            </a:r>
          </a:p>
        </p:txBody>
      </p:sp>
    </p:spTree>
    <p:extLst>
      <p:ext uri="{BB962C8B-B14F-4D97-AF65-F5344CB8AC3E}">
        <p14:creationId xmlns:p14="http://schemas.microsoft.com/office/powerpoint/2010/main" val="2769201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9876F4-533F-162C-3114-A1AB2CF9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73B2A3C-5C72-1B8B-463A-2A41A24DF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AD811D3-8F04-AE2D-93BB-CAC4ADD32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961358">
            <a:off x="1450392" y="1058519"/>
            <a:ext cx="9291215" cy="1049235"/>
          </a:xfrm>
          <a:custGeom>
            <a:avLst/>
            <a:gdLst>
              <a:gd name="csX0" fmla="*/ 0 w 9291215"/>
              <a:gd name="csY0" fmla="*/ 0 h 1049235"/>
              <a:gd name="csX1" fmla="*/ 301964 w 9291215"/>
              <a:gd name="csY1" fmla="*/ 0 h 1049235"/>
              <a:gd name="csX2" fmla="*/ 603929 w 9291215"/>
              <a:gd name="csY2" fmla="*/ 0 h 1049235"/>
              <a:gd name="csX3" fmla="*/ 905893 w 9291215"/>
              <a:gd name="csY3" fmla="*/ 0 h 1049235"/>
              <a:gd name="csX4" fmla="*/ 1672419 w 9291215"/>
              <a:gd name="csY4" fmla="*/ 0 h 1049235"/>
              <a:gd name="csX5" fmla="*/ 2253120 w 9291215"/>
              <a:gd name="csY5" fmla="*/ 0 h 1049235"/>
              <a:gd name="csX6" fmla="*/ 2555084 w 9291215"/>
              <a:gd name="csY6" fmla="*/ 0 h 1049235"/>
              <a:gd name="csX7" fmla="*/ 3135785 w 9291215"/>
              <a:gd name="csY7" fmla="*/ 0 h 1049235"/>
              <a:gd name="csX8" fmla="*/ 3902310 w 9291215"/>
              <a:gd name="csY8" fmla="*/ 0 h 1049235"/>
              <a:gd name="csX9" fmla="*/ 4390099 w 9291215"/>
              <a:gd name="csY9" fmla="*/ 0 h 1049235"/>
              <a:gd name="csX10" fmla="*/ 4877888 w 9291215"/>
              <a:gd name="csY10" fmla="*/ 0 h 1049235"/>
              <a:gd name="csX11" fmla="*/ 5458589 w 9291215"/>
              <a:gd name="csY11" fmla="*/ 0 h 1049235"/>
              <a:gd name="csX12" fmla="*/ 6132202 w 9291215"/>
              <a:gd name="csY12" fmla="*/ 0 h 1049235"/>
              <a:gd name="csX13" fmla="*/ 6805815 w 9291215"/>
              <a:gd name="csY13" fmla="*/ 0 h 1049235"/>
              <a:gd name="csX14" fmla="*/ 7479428 w 9291215"/>
              <a:gd name="csY14" fmla="*/ 0 h 1049235"/>
              <a:gd name="csX15" fmla="*/ 8245953 w 9291215"/>
              <a:gd name="csY15" fmla="*/ 0 h 1049235"/>
              <a:gd name="csX16" fmla="*/ 9291215 w 9291215"/>
              <a:gd name="csY16" fmla="*/ 0 h 1049235"/>
              <a:gd name="csX17" fmla="*/ 9291215 w 9291215"/>
              <a:gd name="csY17" fmla="*/ 535110 h 1049235"/>
              <a:gd name="csX18" fmla="*/ 9291215 w 9291215"/>
              <a:gd name="csY18" fmla="*/ 1049235 h 1049235"/>
              <a:gd name="csX19" fmla="*/ 8524690 w 9291215"/>
              <a:gd name="csY19" fmla="*/ 1049235 h 1049235"/>
              <a:gd name="csX20" fmla="*/ 7943989 w 9291215"/>
              <a:gd name="csY20" fmla="*/ 1049235 h 1049235"/>
              <a:gd name="csX21" fmla="*/ 7456200 w 9291215"/>
              <a:gd name="csY21" fmla="*/ 1049235 h 1049235"/>
              <a:gd name="csX22" fmla="*/ 6968411 w 9291215"/>
              <a:gd name="csY22" fmla="*/ 1049235 h 1049235"/>
              <a:gd name="csX23" fmla="*/ 6480622 w 9291215"/>
              <a:gd name="csY23" fmla="*/ 1049235 h 1049235"/>
              <a:gd name="csX24" fmla="*/ 5992834 w 9291215"/>
              <a:gd name="csY24" fmla="*/ 1049235 h 1049235"/>
              <a:gd name="csX25" fmla="*/ 5319221 w 9291215"/>
              <a:gd name="csY25" fmla="*/ 1049235 h 1049235"/>
              <a:gd name="csX26" fmla="*/ 4738520 w 9291215"/>
              <a:gd name="csY26" fmla="*/ 1049235 h 1049235"/>
              <a:gd name="csX27" fmla="*/ 4436555 w 9291215"/>
              <a:gd name="csY27" fmla="*/ 1049235 h 1049235"/>
              <a:gd name="csX28" fmla="*/ 3948766 w 9291215"/>
              <a:gd name="csY28" fmla="*/ 1049235 h 1049235"/>
              <a:gd name="csX29" fmla="*/ 3275153 w 9291215"/>
              <a:gd name="csY29" fmla="*/ 1049235 h 1049235"/>
              <a:gd name="csX30" fmla="*/ 2880277 w 9291215"/>
              <a:gd name="csY30" fmla="*/ 1049235 h 1049235"/>
              <a:gd name="csX31" fmla="*/ 2113751 w 9291215"/>
              <a:gd name="csY31" fmla="*/ 1049235 h 1049235"/>
              <a:gd name="csX32" fmla="*/ 1347226 w 9291215"/>
              <a:gd name="csY32" fmla="*/ 1049235 h 1049235"/>
              <a:gd name="csX33" fmla="*/ 766525 w 9291215"/>
              <a:gd name="csY33" fmla="*/ 1049235 h 1049235"/>
              <a:gd name="csX34" fmla="*/ 0 w 9291215"/>
              <a:gd name="csY34" fmla="*/ 1049235 h 1049235"/>
              <a:gd name="csX35" fmla="*/ 0 w 9291215"/>
              <a:gd name="csY35" fmla="*/ 524618 h 1049235"/>
              <a:gd name="csX36" fmla="*/ 0 w 9291215"/>
              <a:gd name="csY36" fmla="*/ 0 h 1049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9291215" h="1049235" fill="none" extrusionOk="0">
                <a:moveTo>
                  <a:pt x="0" y="0"/>
                </a:moveTo>
                <a:cubicBezTo>
                  <a:pt x="81222" y="-20600"/>
                  <a:pt x="188656" y="33643"/>
                  <a:pt x="301964" y="0"/>
                </a:cubicBezTo>
                <a:cubicBezTo>
                  <a:pt x="415272" y="-33643"/>
                  <a:pt x="513165" y="12530"/>
                  <a:pt x="603929" y="0"/>
                </a:cubicBezTo>
                <a:cubicBezTo>
                  <a:pt x="694693" y="-12530"/>
                  <a:pt x="762777" y="30759"/>
                  <a:pt x="905893" y="0"/>
                </a:cubicBezTo>
                <a:cubicBezTo>
                  <a:pt x="1049009" y="-30759"/>
                  <a:pt x="1389266" y="89943"/>
                  <a:pt x="1672419" y="0"/>
                </a:cubicBezTo>
                <a:cubicBezTo>
                  <a:pt x="1955572" y="-89943"/>
                  <a:pt x="2085409" y="31632"/>
                  <a:pt x="2253120" y="0"/>
                </a:cubicBezTo>
                <a:cubicBezTo>
                  <a:pt x="2420831" y="-31632"/>
                  <a:pt x="2462287" y="15158"/>
                  <a:pt x="2555084" y="0"/>
                </a:cubicBezTo>
                <a:cubicBezTo>
                  <a:pt x="2647881" y="-15158"/>
                  <a:pt x="2851107" y="21007"/>
                  <a:pt x="3135785" y="0"/>
                </a:cubicBezTo>
                <a:cubicBezTo>
                  <a:pt x="3420463" y="-21007"/>
                  <a:pt x="3593341" y="14821"/>
                  <a:pt x="3902310" y="0"/>
                </a:cubicBezTo>
                <a:cubicBezTo>
                  <a:pt x="4211280" y="-14821"/>
                  <a:pt x="4183848" y="35846"/>
                  <a:pt x="4390099" y="0"/>
                </a:cubicBezTo>
                <a:cubicBezTo>
                  <a:pt x="4596350" y="-35846"/>
                  <a:pt x="4757068" y="42685"/>
                  <a:pt x="4877888" y="0"/>
                </a:cubicBezTo>
                <a:cubicBezTo>
                  <a:pt x="4998708" y="-42685"/>
                  <a:pt x="5189005" y="4722"/>
                  <a:pt x="5458589" y="0"/>
                </a:cubicBezTo>
                <a:cubicBezTo>
                  <a:pt x="5728173" y="-4722"/>
                  <a:pt x="5840210" y="29328"/>
                  <a:pt x="6132202" y="0"/>
                </a:cubicBezTo>
                <a:cubicBezTo>
                  <a:pt x="6424194" y="-29328"/>
                  <a:pt x="6590726" y="74972"/>
                  <a:pt x="6805815" y="0"/>
                </a:cubicBezTo>
                <a:cubicBezTo>
                  <a:pt x="7020904" y="-74972"/>
                  <a:pt x="7173740" y="41556"/>
                  <a:pt x="7479428" y="0"/>
                </a:cubicBezTo>
                <a:cubicBezTo>
                  <a:pt x="7785116" y="-41556"/>
                  <a:pt x="8070638" y="84662"/>
                  <a:pt x="8245953" y="0"/>
                </a:cubicBezTo>
                <a:cubicBezTo>
                  <a:pt x="8421268" y="-84662"/>
                  <a:pt x="8865992" y="43027"/>
                  <a:pt x="9291215" y="0"/>
                </a:cubicBezTo>
                <a:cubicBezTo>
                  <a:pt x="9296438" y="227033"/>
                  <a:pt x="9248554" y="289330"/>
                  <a:pt x="9291215" y="535110"/>
                </a:cubicBezTo>
                <a:cubicBezTo>
                  <a:pt x="9333876" y="780890"/>
                  <a:pt x="9232454" y="814884"/>
                  <a:pt x="9291215" y="1049235"/>
                </a:cubicBezTo>
                <a:cubicBezTo>
                  <a:pt x="8909239" y="1107939"/>
                  <a:pt x="8817712" y="1026027"/>
                  <a:pt x="8524690" y="1049235"/>
                </a:cubicBezTo>
                <a:cubicBezTo>
                  <a:pt x="8231668" y="1072443"/>
                  <a:pt x="8069231" y="1009534"/>
                  <a:pt x="7943989" y="1049235"/>
                </a:cubicBezTo>
                <a:cubicBezTo>
                  <a:pt x="7818747" y="1088936"/>
                  <a:pt x="7664970" y="1000437"/>
                  <a:pt x="7456200" y="1049235"/>
                </a:cubicBezTo>
                <a:cubicBezTo>
                  <a:pt x="7247430" y="1098033"/>
                  <a:pt x="7091750" y="1023719"/>
                  <a:pt x="6968411" y="1049235"/>
                </a:cubicBezTo>
                <a:cubicBezTo>
                  <a:pt x="6845072" y="1074751"/>
                  <a:pt x="6627884" y="1046005"/>
                  <a:pt x="6480622" y="1049235"/>
                </a:cubicBezTo>
                <a:cubicBezTo>
                  <a:pt x="6333360" y="1052465"/>
                  <a:pt x="6131629" y="1039823"/>
                  <a:pt x="5992834" y="1049235"/>
                </a:cubicBezTo>
                <a:cubicBezTo>
                  <a:pt x="5854039" y="1058647"/>
                  <a:pt x="5457234" y="1004589"/>
                  <a:pt x="5319221" y="1049235"/>
                </a:cubicBezTo>
                <a:cubicBezTo>
                  <a:pt x="5181208" y="1093881"/>
                  <a:pt x="4891913" y="1001524"/>
                  <a:pt x="4738520" y="1049235"/>
                </a:cubicBezTo>
                <a:cubicBezTo>
                  <a:pt x="4585127" y="1096946"/>
                  <a:pt x="4547073" y="1016752"/>
                  <a:pt x="4436555" y="1049235"/>
                </a:cubicBezTo>
                <a:cubicBezTo>
                  <a:pt x="4326037" y="1081718"/>
                  <a:pt x="4086468" y="993733"/>
                  <a:pt x="3948766" y="1049235"/>
                </a:cubicBezTo>
                <a:cubicBezTo>
                  <a:pt x="3811064" y="1104737"/>
                  <a:pt x="3603783" y="985595"/>
                  <a:pt x="3275153" y="1049235"/>
                </a:cubicBezTo>
                <a:cubicBezTo>
                  <a:pt x="2946523" y="1112875"/>
                  <a:pt x="2992163" y="1019661"/>
                  <a:pt x="2880277" y="1049235"/>
                </a:cubicBezTo>
                <a:cubicBezTo>
                  <a:pt x="2768391" y="1078809"/>
                  <a:pt x="2480042" y="971802"/>
                  <a:pt x="2113751" y="1049235"/>
                </a:cubicBezTo>
                <a:cubicBezTo>
                  <a:pt x="1747460" y="1126668"/>
                  <a:pt x="1532389" y="1023945"/>
                  <a:pt x="1347226" y="1049235"/>
                </a:cubicBezTo>
                <a:cubicBezTo>
                  <a:pt x="1162063" y="1074525"/>
                  <a:pt x="1029871" y="981361"/>
                  <a:pt x="766525" y="1049235"/>
                </a:cubicBezTo>
                <a:cubicBezTo>
                  <a:pt x="503179" y="1117109"/>
                  <a:pt x="215284" y="1039023"/>
                  <a:pt x="0" y="1049235"/>
                </a:cubicBezTo>
                <a:cubicBezTo>
                  <a:pt x="-61797" y="806883"/>
                  <a:pt x="6649" y="650794"/>
                  <a:pt x="0" y="524618"/>
                </a:cubicBezTo>
                <a:cubicBezTo>
                  <a:pt x="-6649" y="398442"/>
                  <a:pt x="17251" y="142157"/>
                  <a:pt x="0" y="0"/>
                </a:cubicBezTo>
                <a:close/>
              </a:path>
              <a:path w="9291215" h="1049235" stroke="0" extrusionOk="0">
                <a:moveTo>
                  <a:pt x="0" y="0"/>
                </a:moveTo>
                <a:cubicBezTo>
                  <a:pt x="170973" y="-9503"/>
                  <a:pt x="387620" y="33486"/>
                  <a:pt x="487789" y="0"/>
                </a:cubicBezTo>
                <a:cubicBezTo>
                  <a:pt x="587958" y="-33486"/>
                  <a:pt x="678777" y="35984"/>
                  <a:pt x="789753" y="0"/>
                </a:cubicBezTo>
                <a:cubicBezTo>
                  <a:pt x="900729" y="-35984"/>
                  <a:pt x="1282643" y="47428"/>
                  <a:pt x="1556279" y="0"/>
                </a:cubicBezTo>
                <a:cubicBezTo>
                  <a:pt x="1829915" y="-47428"/>
                  <a:pt x="1913280" y="36523"/>
                  <a:pt x="2044067" y="0"/>
                </a:cubicBezTo>
                <a:cubicBezTo>
                  <a:pt x="2174854" y="-36523"/>
                  <a:pt x="2374673" y="821"/>
                  <a:pt x="2531856" y="0"/>
                </a:cubicBezTo>
                <a:cubicBezTo>
                  <a:pt x="2689039" y="-821"/>
                  <a:pt x="3042682" y="12250"/>
                  <a:pt x="3298381" y="0"/>
                </a:cubicBezTo>
                <a:cubicBezTo>
                  <a:pt x="3554080" y="-12250"/>
                  <a:pt x="3542279" y="11147"/>
                  <a:pt x="3693258" y="0"/>
                </a:cubicBezTo>
                <a:cubicBezTo>
                  <a:pt x="3844237" y="-11147"/>
                  <a:pt x="4213577" y="25116"/>
                  <a:pt x="4459783" y="0"/>
                </a:cubicBezTo>
                <a:cubicBezTo>
                  <a:pt x="4705989" y="-25116"/>
                  <a:pt x="5025971" y="70363"/>
                  <a:pt x="5226308" y="0"/>
                </a:cubicBezTo>
                <a:cubicBezTo>
                  <a:pt x="5426646" y="-70363"/>
                  <a:pt x="5632774" y="36489"/>
                  <a:pt x="5807009" y="0"/>
                </a:cubicBezTo>
                <a:cubicBezTo>
                  <a:pt x="5981244" y="-36489"/>
                  <a:pt x="6378197" y="65066"/>
                  <a:pt x="6573535" y="0"/>
                </a:cubicBezTo>
                <a:cubicBezTo>
                  <a:pt x="6768873" y="-65066"/>
                  <a:pt x="6876124" y="51676"/>
                  <a:pt x="7061323" y="0"/>
                </a:cubicBezTo>
                <a:cubicBezTo>
                  <a:pt x="7246522" y="-51676"/>
                  <a:pt x="7424873" y="56910"/>
                  <a:pt x="7549112" y="0"/>
                </a:cubicBezTo>
                <a:cubicBezTo>
                  <a:pt x="7673351" y="-56910"/>
                  <a:pt x="8029608" y="52489"/>
                  <a:pt x="8222725" y="0"/>
                </a:cubicBezTo>
                <a:cubicBezTo>
                  <a:pt x="8415842" y="-52489"/>
                  <a:pt x="8507978" y="30412"/>
                  <a:pt x="8710514" y="0"/>
                </a:cubicBezTo>
                <a:cubicBezTo>
                  <a:pt x="8913050" y="-30412"/>
                  <a:pt x="9138040" y="1445"/>
                  <a:pt x="9291215" y="0"/>
                </a:cubicBezTo>
                <a:cubicBezTo>
                  <a:pt x="9299644" y="227187"/>
                  <a:pt x="9285586" y="360250"/>
                  <a:pt x="9291215" y="545602"/>
                </a:cubicBezTo>
                <a:cubicBezTo>
                  <a:pt x="9296844" y="730954"/>
                  <a:pt x="9253887" y="938875"/>
                  <a:pt x="9291215" y="1049235"/>
                </a:cubicBezTo>
                <a:cubicBezTo>
                  <a:pt x="9103552" y="1109794"/>
                  <a:pt x="8769862" y="1019158"/>
                  <a:pt x="8617602" y="1049235"/>
                </a:cubicBezTo>
                <a:cubicBezTo>
                  <a:pt x="8465342" y="1079312"/>
                  <a:pt x="8388530" y="1037672"/>
                  <a:pt x="8222725" y="1049235"/>
                </a:cubicBezTo>
                <a:cubicBezTo>
                  <a:pt x="8056920" y="1060798"/>
                  <a:pt x="7816770" y="957994"/>
                  <a:pt x="7456200" y="1049235"/>
                </a:cubicBezTo>
                <a:cubicBezTo>
                  <a:pt x="7095631" y="1140476"/>
                  <a:pt x="7120655" y="1021798"/>
                  <a:pt x="6875499" y="1049235"/>
                </a:cubicBezTo>
                <a:cubicBezTo>
                  <a:pt x="6630343" y="1076672"/>
                  <a:pt x="6584347" y="1018036"/>
                  <a:pt x="6480622" y="1049235"/>
                </a:cubicBezTo>
                <a:cubicBezTo>
                  <a:pt x="6376897" y="1080434"/>
                  <a:pt x="6102778" y="985237"/>
                  <a:pt x="5899922" y="1049235"/>
                </a:cubicBezTo>
                <a:cubicBezTo>
                  <a:pt x="5697066" y="1113233"/>
                  <a:pt x="5672092" y="1023590"/>
                  <a:pt x="5597957" y="1049235"/>
                </a:cubicBezTo>
                <a:cubicBezTo>
                  <a:pt x="5523822" y="1074880"/>
                  <a:pt x="5392818" y="1033078"/>
                  <a:pt x="5295993" y="1049235"/>
                </a:cubicBezTo>
                <a:cubicBezTo>
                  <a:pt x="5199168" y="1065392"/>
                  <a:pt x="4932148" y="981494"/>
                  <a:pt x="4715292" y="1049235"/>
                </a:cubicBezTo>
                <a:cubicBezTo>
                  <a:pt x="4498436" y="1116976"/>
                  <a:pt x="4471283" y="1025641"/>
                  <a:pt x="4320415" y="1049235"/>
                </a:cubicBezTo>
                <a:cubicBezTo>
                  <a:pt x="4169547" y="1072829"/>
                  <a:pt x="3824941" y="1046083"/>
                  <a:pt x="3646802" y="1049235"/>
                </a:cubicBezTo>
                <a:cubicBezTo>
                  <a:pt x="3468663" y="1052387"/>
                  <a:pt x="3379951" y="1029866"/>
                  <a:pt x="3251925" y="1049235"/>
                </a:cubicBezTo>
                <a:cubicBezTo>
                  <a:pt x="3123899" y="1068604"/>
                  <a:pt x="2888390" y="1009690"/>
                  <a:pt x="2578312" y="1049235"/>
                </a:cubicBezTo>
                <a:cubicBezTo>
                  <a:pt x="2268234" y="1088780"/>
                  <a:pt x="2395067" y="1049019"/>
                  <a:pt x="2276348" y="1049235"/>
                </a:cubicBezTo>
                <a:cubicBezTo>
                  <a:pt x="2157629" y="1049451"/>
                  <a:pt x="1770139" y="1021456"/>
                  <a:pt x="1602735" y="1049235"/>
                </a:cubicBezTo>
                <a:cubicBezTo>
                  <a:pt x="1435331" y="1077014"/>
                  <a:pt x="1331864" y="1006870"/>
                  <a:pt x="1207858" y="1049235"/>
                </a:cubicBezTo>
                <a:cubicBezTo>
                  <a:pt x="1083852" y="1091600"/>
                  <a:pt x="1046062" y="1023298"/>
                  <a:pt x="905893" y="1049235"/>
                </a:cubicBezTo>
                <a:cubicBezTo>
                  <a:pt x="765724" y="1075172"/>
                  <a:pt x="638919" y="1044994"/>
                  <a:pt x="511017" y="1049235"/>
                </a:cubicBezTo>
                <a:cubicBezTo>
                  <a:pt x="383115" y="1053476"/>
                  <a:pt x="216125" y="1014152"/>
                  <a:pt x="0" y="1049235"/>
                </a:cubicBezTo>
                <a:cubicBezTo>
                  <a:pt x="-45717" y="801834"/>
                  <a:pt x="22096" y="701239"/>
                  <a:pt x="0" y="545602"/>
                </a:cubicBezTo>
                <a:cubicBezTo>
                  <a:pt x="-22096" y="389965"/>
                  <a:pt x="44141" y="211348"/>
                  <a:pt x="0" y="0"/>
                </a:cubicBezTo>
                <a:close/>
              </a:path>
            </a:pathLst>
          </a:custGeom>
          <a:solidFill>
            <a:srgbClr val="C00000">
              <a:alpha val="23000"/>
            </a:srgbClr>
          </a:solidFill>
          <a:ln w="444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r>
              <a:rPr lang="de-DE" dirty="0">
                <a:solidFill>
                  <a:srgbClr val="C00000"/>
                </a:solidFill>
              </a:rPr>
              <a:t>Kommunikationen</a:t>
            </a:r>
          </a:p>
        </p:txBody>
      </p:sp>
    </p:spTree>
    <p:extLst>
      <p:ext uri="{BB962C8B-B14F-4D97-AF65-F5344CB8AC3E}">
        <p14:creationId xmlns:p14="http://schemas.microsoft.com/office/powerpoint/2010/main" val="4144336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B8315FB-4E80-FF3F-4738-ADEE2A12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704F55A-EE17-5D0F-10AF-DD722445E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075" y="-215294"/>
            <a:ext cx="12763500" cy="808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44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63688A-8EC7-CF55-4554-669BB19F0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98FEEE0-292A-5F5D-5792-F0F84CF60A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0" t="66283"/>
          <a:stretch>
            <a:fillRect/>
          </a:stretch>
        </p:blipFill>
        <p:spPr>
          <a:xfrm>
            <a:off x="497232" y="3619501"/>
            <a:ext cx="11197535" cy="29976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E1B175FD-54F1-154B-EA2F-B4E12402D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6" t="8872" b="76087"/>
          <a:stretch>
            <a:fillRect/>
          </a:stretch>
        </p:blipFill>
        <p:spPr>
          <a:xfrm>
            <a:off x="497232" y="382986"/>
            <a:ext cx="10734676" cy="1892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A57A527-A576-4C97-AEC5-858230A22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1" y="2570266"/>
            <a:ext cx="9291215" cy="1049235"/>
          </a:xfrm>
        </p:spPr>
        <p:txBody>
          <a:bodyPr/>
          <a:lstStyle/>
          <a:p>
            <a:r>
              <a:rPr lang="de-DE" dirty="0">
                <a:solidFill>
                  <a:srgbClr val="C00000"/>
                </a:solidFill>
              </a:rPr>
              <a:t>Cookies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7EA7503-1BAD-5CAA-8E0D-6C7B2255FD38}"/>
              </a:ext>
            </a:extLst>
          </p:cNvPr>
          <p:cNvSpPr/>
          <p:nvPr/>
        </p:nvSpPr>
        <p:spPr>
          <a:xfrm>
            <a:off x="9575800" y="1519134"/>
            <a:ext cx="1993900" cy="83820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FAC3091-E7C1-1223-51E0-7690D339EF6A}"/>
              </a:ext>
            </a:extLst>
          </p:cNvPr>
          <p:cNvCxnSpPr>
            <a:stCxn id="7" idx="4"/>
          </p:cNvCxnSpPr>
          <p:nvPr/>
        </p:nvCxnSpPr>
        <p:spPr>
          <a:xfrm flipH="1">
            <a:off x="6197600" y="2357334"/>
            <a:ext cx="4375150" cy="19733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286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372254-3260-1A6E-E2F3-D488FE2E0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9E1149-02A4-3855-8B03-97AC2E0EA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106019"/>
            <a:ext cx="9291215" cy="1049235"/>
          </a:xfrm>
        </p:spPr>
        <p:txBody>
          <a:bodyPr/>
          <a:lstStyle/>
          <a:p>
            <a:r>
              <a:rPr lang="de-DE" dirty="0">
                <a:solidFill>
                  <a:srgbClr val="C00000"/>
                </a:solidFill>
              </a:rPr>
              <a:t>DB / </a:t>
            </a:r>
            <a:r>
              <a:rPr lang="de-DE" dirty="0" err="1">
                <a:solidFill>
                  <a:srgbClr val="C00000"/>
                </a:solidFill>
              </a:rPr>
              <a:t>Reset</a:t>
            </a:r>
            <a:r>
              <a:rPr lang="de-DE" dirty="0">
                <a:solidFill>
                  <a:srgbClr val="C00000"/>
                </a:solidFill>
              </a:rPr>
              <a:t>-Token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F95BED2-823F-BB83-59C6-10C952942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07" y="1155254"/>
            <a:ext cx="10786984" cy="4256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3255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51A8CE-776A-ADEA-6239-5EFF3603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CB63508-1AF5-9FA2-1006-B27EF6958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"/>
            <a:ext cx="11152445" cy="51435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6681514-0CA6-601B-FA38-2B6EE2EF51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356" y="4349072"/>
            <a:ext cx="8814092" cy="186122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D44D738-3A43-114C-7617-4D3EE80C7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0"/>
            <a:ext cx="9291215" cy="647700"/>
          </a:xfrm>
        </p:spPr>
        <p:txBody>
          <a:bodyPr/>
          <a:lstStyle/>
          <a:p>
            <a:r>
              <a:rPr lang="de-DE" dirty="0" err="1">
                <a:solidFill>
                  <a:srgbClr val="C00000"/>
                </a:solidFill>
              </a:rPr>
              <a:t>Flyway</a:t>
            </a:r>
            <a:r>
              <a:rPr lang="de-DE" dirty="0">
                <a:solidFill>
                  <a:srgbClr val="C00000"/>
                </a:solidFill>
              </a:rPr>
              <a:t>: DB-Migrationen</a:t>
            </a:r>
          </a:p>
        </p:txBody>
      </p:sp>
    </p:spTree>
    <p:extLst>
      <p:ext uri="{BB962C8B-B14F-4D97-AF65-F5344CB8AC3E}">
        <p14:creationId xmlns:p14="http://schemas.microsoft.com/office/powerpoint/2010/main" val="1427335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C6ABD5-1A47-1C31-446B-EE76165B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317EC1D-B543-8D7C-81F1-FDEFC5375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60" r="66382" b="7947"/>
          <a:stretch>
            <a:fillRect/>
          </a:stretch>
        </p:blipFill>
        <p:spPr>
          <a:xfrm>
            <a:off x="7975601" y="368299"/>
            <a:ext cx="3746499" cy="4362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D422B7E-276B-5D50-72C0-028E15CF8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70"/>
          <a:stretch>
            <a:fillRect/>
          </a:stretch>
        </p:blipFill>
        <p:spPr>
          <a:xfrm>
            <a:off x="1" y="5245101"/>
            <a:ext cx="12192000" cy="1612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8FE6018-8C1A-1CA1-CA7F-12AF7D5A4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7772400" cy="4965700"/>
          </a:xfrm>
        </p:spPr>
        <p:txBody>
          <a:bodyPr/>
          <a:lstStyle/>
          <a:p>
            <a:r>
              <a:rPr lang="de-DE" dirty="0" err="1">
                <a:solidFill>
                  <a:srgbClr val="C00000"/>
                </a:solidFill>
              </a:rPr>
              <a:t>Flyway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History</a:t>
            </a:r>
            <a:r>
              <a:rPr lang="de-DE" dirty="0">
                <a:solidFill>
                  <a:srgbClr val="C00000"/>
                </a:solidFill>
              </a:rPr>
              <a:t>-Tabelle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E1C656B-F702-45C8-76A1-5550B1E57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33" r="13640"/>
          <a:stretch>
            <a:fillRect/>
          </a:stretch>
        </p:blipFill>
        <p:spPr>
          <a:xfrm>
            <a:off x="2628900" y="5245101"/>
            <a:ext cx="9563099" cy="1612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FE80B94F-E872-44BD-8D4A-0A5E71D504F7}"/>
              </a:ext>
            </a:extLst>
          </p:cNvPr>
          <p:cNvSpPr/>
          <p:nvPr/>
        </p:nvSpPr>
        <p:spPr>
          <a:xfrm>
            <a:off x="3730955" y="5480137"/>
            <a:ext cx="2003094" cy="1073063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291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1BA00D6-C1AE-D210-DEF6-8B32B04C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A84FBC-F473-9486-3169-BD11EB05D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329308"/>
            <a:ext cx="9291215" cy="624823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Abstrakte Klassen in der DB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3A4CE06E-5255-3FBD-EA24-E609D82CF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49" r="2661"/>
          <a:stretch>
            <a:fillRect/>
          </a:stretch>
        </p:blipFill>
        <p:spPr>
          <a:xfrm>
            <a:off x="179820" y="3429000"/>
            <a:ext cx="11495222" cy="24550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FE6CFB7-2C1F-6946-927E-0B6FA737C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54"/>
          <a:stretch>
            <a:fillRect/>
          </a:stretch>
        </p:blipFill>
        <p:spPr>
          <a:xfrm>
            <a:off x="179820" y="1307430"/>
            <a:ext cx="11495222" cy="13357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CB8BBF7-8A77-38F1-B19A-7D771A776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52" r="14197"/>
          <a:stretch>
            <a:fillRect/>
          </a:stretch>
        </p:blipFill>
        <p:spPr>
          <a:xfrm>
            <a:off x="2297786" y="1307429"/>
            <a:ext cx="9377256" cy="13357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D90D360A-1A9B-2EC0-364F-D86D2BE2D952}"/>
              </a:ext>
            </a:extLst>
          </p:cNvPr>
          <p:cNvSpPr/>
          <p:nvPr/>
        </p:nvSpPr>
        <p:spPr>
          <a:xfrm>
            <a:off x="294692" y="2038790"/>
            <a:ext cx="2003094" cy="38100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5C361DA-FFE7-0020-71E7-5F0FD5F6F987}"/>
              </a:ext>
            </a:extLst>
          </p:cNvPr>
          <p:cNvSpPr/>
          <p:nvPr/>
        </p:nvSpPr>
        <p:spPr>
          <a:xfrm>
            <a:off x="294692" y="5575970"/>
            <a:ext cx="1559508" cy="38100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B75FBAB6-E132-3F69-4AE1-FF1BAF252118}"/>
              </a:ext>
            </a:extLst>
          </p:cNvPr>
          <p:cNvSpPr/>
          <p:nvPr/>
        </p:nvSpPr>
        <p:spPr>
          <a:xfrm>
            <a:off x="2811753" y="1633345"/>
            <a:ext cx="8719847" cy="31486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5C12DD89-2A28-119E-72C0-782E99D53EBE}"/>
              </a:ext>
            </a:extLst>
          </p:cNvPr>
          <p:cNvSpPr/>
          <p:nvPr/>
        </p:nvSpPr>
        <p:spPr>
          <a:xfrm>
            <a:off x="9245600" y="3428999"/>
            <a:ext cx="2286000" cy="31486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1878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33EE626-E048-5635-D71C-7A08FA6E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893A9E5-B62C-F609-0E0D-03D4E1B83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455" y="-66675"/>
            <a:ext cx="10741096" cy="710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83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8FB2D-5ED1-7B91-19DA-6FD6298D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99DDC3D-2B74-93D1-254A-4ACB7C856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728438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3376982B-DB32-43A5-26F2-0118B96A2A93}"/>
              </a:ext>
            </a:extLst>
          </p:cNvPr>
          <p:cNvSpPr txBox="1">
            <a:spLocks/>
          </p:cNvSpPr>
          <p:nvPr/>
        </p:nvSpPr>
        <p:spPr>
          <a:xfrm>
            <a:off x="1" y="1"/>
            <a:ext cx="4229100" cy="9334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/>
              <a:t>AddressService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100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0 -0.402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C129-22BD-942D-81FD-1FCD2E6C5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204E86A-9BB9-C6B5-6C21-D1B5ACEB5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4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5D449F0-DF50-005A-8A3C-7C32DEF7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2" y="0"/>
            <a:ext cx="3015044" cy="981075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 dirty="0"/>
              <a:t>Mapper</a:t>
            </a:r>
          </a:p>
        </p:txBody>
      </p:sp>
    </p:spTree>
    <p:extLst>
      <p:ext uri="{BB962C8B-B14F-4D97-AF65-F5344CB8AC3E}">
        <p14:creationId xmlns:p14="http://schemas.microsoft.com/office/powerpoint/2010/main" val="1440903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9896A-2ABE-15AF-CECE-B4CC3135E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49433B1-B33E-813A-152C-8B865BCC8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13"/>
          <a:stretch>
            <a:fillRect/>
          </a:stretch>
        </p:blipFill>
        <p:spPr>
          <a:xfrm>
            <a:off x="0" y="1047750"/>
            <a:ext cx="12192001" cy="51054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09DE86C-230D-9783-5E67-2178DB1FD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91049" cy="1047749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 dirty="0"/>
              <a:t>abstraktes DTO</a:t>
            </a:r>
          </a:p>
        </p:txBody>
      </p:sp>
    </p:spTree>
    <p:extLst>
      <p:ext uri="{BB962C8B-B14F-4D97-AF65-F5344CB8AC3E}">
        <p14:creationId xmlns:p14="http://schemas.microsoft.com/office/powerpoint/2010/main" val="507810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8259-8FC4-9049-B7E9-B8E702D0E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9AB81A4-EEC5-3AEB-0613-D733C1652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246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721B3A8-C344-B6A5-6FEC-9EBF57565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4495800" cy="914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 dirty="0"/>
              <a:t>Response DTO</a:t>
            </a:r>
          </a:p>
        </p:txBody>
      </p:sp>
    </p:spTree>
    <p:extLst>
      <p:ext uri="{BB962C8B-B14F-4D97-AF65-F5344CB8AC3E}">
        <p14:creationId xmlns:p14="http://schemas.microsoft.com/office/powerpoint/2010/main" val="1552197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48FDB-4330-B6AB-5950-BBF46A72F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F99494C-AF75-56F1-38C9-CFED8C3F6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7157CBF-F703-352C-0B62-22D581F99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43425" cy="962025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 dirty="0"/>
              <a:t>Create Request</a:t>
            </a:r>
          </a:p>
        </p:txBody>
      </p:sp>
    </p:spTree>
    <p:extLst>
      <p:ext uri="{BB962C8B-B14F-4D97-AF65-F5344CB8AC3E}">
        <p14:creationId xmlns:p14="http://schemas.microsoft.com/office/powerpoint/2010/main" val="36090907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D0B8F-E470-0039-D1E3-E54679AD6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3B19E7D-28A9-6518-1888-679AE6FEE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327"/>
            <a:ext cx="12192000" cy="552334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DA5BEA7-7A5D-E7B0-1C4D-539DED0BE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3581400" cy="9525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17654854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F174-E4F4-1033-D7F3-D53DC763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03193D3-3329-0434-57E7-1601CD1D70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8849"/>
            <a:ext cx="12191999" cy="518016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DCBF4E9-5351-DE50-D672-129EDC230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790949" cy="958849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 dirty="0"/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37321528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16E6E-D54A-60C0-4E3D-84CF2003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C3C3C42-1136-6C11-5A33-A67551CF97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83"/>
          <a:stretch>
            <a:fillRect/>
          </a:stretch>
        </p:blipFill>
        <p:spPr>
          <a:xfrm>
            <a:off x="3834717" y="9525"/>
            <a:ext cx="8357283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1EAEAFA-EAFB-BED5-3757-28E137211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3834716" cy="100965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 dirty="0"/>
              <a:t>Entity</a:t>
            </a:r>
          </a:p>
        </p:txBody>
      </p:sp>
    </p:spTree>
    <p:extLst>
      <p:ext uri="{BB962C8B-B14F-4D97-AF65-F5344CB8AC3E}">
        <p14:creationId xmlns:p14="http://schemas.microsoft.com/office/powerpoint/2010/main" val="20977884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CE0D6-516B-DD1A-DFC2-58694EC4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8C04B8E-B595-0B42-8381-4413752C3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306"/>
            <a:ext cx="12191999" cy="65206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FCD9E540-4803-DA06-1F1E-2FF88044E620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5248274" cy="8191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/>
              <a:t>enum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8002936"/>
      </p:ext>
    </p:extLst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Katalog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Katalog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talog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814</Words>
  <Application>Microsoft Office PowerPoint</Application>
  <PresentationFormat>Breitbild</PresentationFormat>
  <Paragraphs>139</Paragraphs>
  <Slides>46</Slides>
  <Notes>3</Notes>
  <HiddenSlides>10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46</vt:i4>
      </vt:variant>
    </vt:vector>
  </HeadingPairs>
  <TitlesOfParts>
    <vt:vector size="54" baseType="lpstr">
      <vt:lpstr>Amasis MT Pro Black</vt:lpstr>
      <vt:lpstr>Aptos</vt:lpstr>
      <vt:lpstr>Aptos Display</vt:lpstr>
      <vt:lpstr>Arial</vt:lpstr>
      <vt:lpstr>Rockwell</vt:lpstr>
      <vt:lpstr>Tempus Sans ITC</vt:lpstr>
      <vt:lpstr>Wingdings</vt:lpstr>
      <vt:lpstr>Katalog</vt:lpstr>
      <vt:lpstr>JobSearch Übersicht bei der Jobsuche</vt:lpstr>
      <vt:lpstr>Was ist „JobSearch“?</vt:lpstr>
      <vt:lpstr>Tech Stack</vt:lpstr>
      <vt:lpstr>Schwierigkeiten</vt:lpstr>
      <vt:lpstr>PowerPoint-Präsentation</vt:lpstr>
      <vt:lpstr>PowerPoint-Präsentation</vt:lpstr>
      <vt:lpstr>Mailtrap</vt:lpstr>
      <vt:lpstr>PowerPoint-Präsentation</vt:lpstr>
      <vt:lpstr>PowerPoint-Präsentation</vt:lpstr>
      <vt:lpstr>Geschachtelte Objekte im JSON</vt:lpstr>
      <vt:lpstr>PowerPoint-Präsentation</vt:lpstr>
      <vt:lpstr>PowerPoint-Präsentation</vt:lpstr>
      <vt:lpstr>Tenant: </vt:lpstr>
      <vt:lpstr>Datenbank-Design</vt:lpstr>
      <vt:lpstr>PowerPoint-Präsentation</vt:lpstr>
      <vt:lpstr>Live-Demo</vt:lpstr>
      <vt:lpstr>PowerPoint-Präsentation</vt:lpstr>
      <vt:lpstr>PowerPoint-Präsentation</vt:lpstr>
      <vt:lpstr>PowerPoint-Präsentation</vt:lpstr>
      <vt:lpstr>OpenAPI-Datei für Postman</vt:lpstr>
      <vt:lpstr>Endpunkte BACKEND/REST-API</vt:lpstr>
      <vt:lpstr>PowerPoint-Präsentation</vt:lpstr>
      <vt:lpstr>PowerPoint-Präsentation</vt:lpstr>
      <vt:lpstr>PowerPoint-Präsentation</vt:lpstr>
      <vt:lpstr>PowerPoint-Präsentation</vt:lpstr>
      <vt:lpstr>Vielen Dank für die Aufmerksamkeit !</vt:lpstr>
      <vt:lpstr>Statistik</vt:lpstr>
      <vt:lpstr>PowerPoint-Präsentation</vt:lpstr>
      <vt:lpstr>PowerPoint-Präsentation</vt:lpstr>
      <vt:lpstr>Kommunikationen</vt:lpstr>
      <vt:lpstr>PowerPoint-Präsentation</vt:lpstr>
      <vt:lpstr>Cookies</vt:lpstr>
      <vt:lpstr>DB / Reset-Token</vt:lpstr>
      <vt:lpstr>Flyway: DB-Migrationen</vt:lpstr>
      <vt:lpstr>Flyway History-Tabelle</vt:lpstr>
      <vt:lpstr>Abstrakte Klassen in der DB</vt:lpstr>
      <vt:lpstr>PowerPoint-Präsentation</vt:lpstr>
      <vt:lpstr>PowerPoint-Präsentation</vt:lpstr>
      <vt:lpstr>Mapper</vt:lpstr>
      <vt:lpstr>abstraktes DTO</vt:lpstr>
      <vt:lpstr>Response DTO</vt:lpstr>
      <vt:lpstr>Create Request</vt:lpstr>
      <vt:lpstr>Controller</vt:lpstr>
      <vt:lpstr>Repository</vt:lpstr>
      <vt:lpstr>Entity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Kornhuber</dc:creator>
  <cp:lastModifiedBy>Michael Kornhuber</cp:lastModifiedBy>
  <cp:revision>1</cp:revision>
  <dcterms:created xsi:type="dcterms:W3CDTF">2026-04-19T11:21:20Z</dcterms:created>
  <dcterms:modified xsi:type="dcterms:W3CDTF">2026-04-21T08:16:26Z</dcterms:modified>
</cp:coreProperties>
</file>